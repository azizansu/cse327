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85" r:id="rId4"/>
    <p:sldId id="286" r:id="rId5"/>
    <p:sldId id="272" r:id="rId6"/>
    <p:sldId id="292" r:id="rId7"/>
    <p:sldId id="293" r:id="rId8"/>
    <p:sldId id="294" r:id="rId9"/>
    <p:sldId id="295" r:id="rId11"/>
    <p:sldId id="296" r:id="rId12"/>
    <p:sldId id="297" r:id="rId13"/>
    <p:sldId id="298" r:id="rId14"/>
    <p:sldId id="299" r:id="rId15"/>
    <p:sldId id="300" r:id="rId16"/>
    <p:sldId id="30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3" autoAdjust="0"/>
    <p:restoredTop sz="87025" autoAdjust="0"/>
  </p:normalViewPr>
  <p:slideViewPr>
    <p:cSldViewPr snapToGrid="0">
      <p:cViewPr varScale="1">
        <p:scale>
          <a:sx n="103" d="100"/>
          <a:sy n="103" d="100"/>
        </p:scale>
        <p:origin x="8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0CA33-806B-4F54-A6B9-BD827E2168F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194F8-6598-4824-B2DB-DE7496B3104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194F8-6598-4824-B2DB-DE7496B3104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microsoft.com/office/2007/relationships/hdphoto" Target="../media/image4.wdp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508B7E8-FFFA-4B69-B722-EE8EB26FCEF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6F4E36D-F334-4E2F-A349-236A1C51F0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715" y="1416812"/>
            <a:ext cx="10058400" cy="356616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CSE327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7193" y="5553710"/>
            <a:ext cx="7891272" cy="106984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AKM iqtidar Newaz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5527301" y="3091083"/>
            <a:ext cx="484094" cy="7422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 Design Pattern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5260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Power Adapter and Socket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808893" y="3383122"/>
            <a:ext cx="258185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808893" y="3637375"/>
            <a:ext cx="258184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066909" y="3212448"/>
            <a:ext cx="383745" cy="5866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456088" y="3306449"/>
            <a:ext cx="202769" cy="1533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450654" y="3541059"/>
            <a:ext cx="202769" cy="1533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216225" y="3066466"/>
            <a:ext cx="484094" cy="817581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425998" y="3210953"/>
            <a:ext cx="101303" cy="17109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425998" y="3554583"/>
            <a:ext cx="101303" cy="17109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011395" y="3409452"/>
            <a:ext cx="247426" cy="1316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011395" y="3184464"/>
            <a:ext cx="247426" cy="1316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017979" y="3632164"/>
            <a:ext cx="247426" cy="1316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250151" y="3078842"/>
            <a:ext cx="1067120" cy="8012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520715" y="3286358"/>
            <a:ext cx="163478" cy="1236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8701972" y="3584452"/>
            <a:ext cx="163478" cy="1236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906367" y="3279191"/>
            <a:ext cx="163478" cy="1236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915265" y="2633785"/>
            <a:ext cx="1691381" cy="169138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30" idx="6"/>
            <a:endCxn id="24" idx="1"/>
          </p:cNvCxnSpPr>
          <p:nvPr/>
        </p:nvCxnSpPr>
        <p:spPr>
          <a:xfrm>
            <a:off x="6606646" y="3479476"/>
            <a:ext cx="1643505" cy="0"/>
          </a:xfrm>
          <a:prstGeom prst="straightConnector1">
            <a:avLst/>
          </a:prstGeom>
          <a:ln w="19050"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77124" y="3770672"/>
            <a:ext cx="1563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Adapter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97280" y="397186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62826" y="4349783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77189" y="389220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317271" y="2411059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Interface 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Arc 39"/>
          <p:cNvSpPr/>
          <p:nvPr/>
        </p:nvSpPr>
        <p:spPr>
          <a:xfrm rot="10800000">
            <a:off x="3251018" y="4017343"/>
            <a:ext cx="5603674" cy="755514"/>
          </a:xfrm>
          <a:prstGeom prst="arc">
            <a:avLst>
              <a:gd name="adj1" fmla="val 10801094"/>
              <a:gd name="adj2" fmla="val 21591377"/>
            </a:avLst>
          </a:prstGeom>
          <a:ln w="19050"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1846203" y="4156526"/>
            <a:ext cx="566132" cy="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9123633" y="2848386"/>
            <a:ext cx="398033" cy="129092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8253" y="4797475"/>
            <a:ext cx="1621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 to use but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incompatible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 Design Pattern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5957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User wants to see weight in KG: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1614" y="3269812"/>
            <a:ext cx="730541" cy="7599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271778" y="2808147"/>
            <a:ext cx="10102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71777" y="4122084"/>
            <a:ext cx="10102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 to kg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25903" y="3269812"/>
            <a:ext cx="848311" cy="7599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33918" y="3257655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lb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/>
          <p:cNvCxnSpPr>
            <a:stCxn id="4" idx="3"/>
            <a:endCxn id="9" idx="1"/>
          </p:cNvCxnSpPr>
          <p:nvPr/>
        </p:nvCxnSpPr>
        <p:spPr>
          <a:xfrm>
            <a:off x="5142155" y="3649782"/>
            <a:ext cx="1283748" cy="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117108" y="3585402"/>
            <a:ext cx="1283748" cy="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90253" y="3428210"/>
            <a:ext cx="8098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17666" y="3295839"/>
            <a:ext cx="21451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Interface 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/>
          <p:cNvCxnSpPr>
            <a:stCxn id="16" idx="1"/>
            <a:endCxn id="9" idx="3"/>
          </p:cNvCxnSpPr>
          <p:nvPr/>
        </p:nvCxnSpPr>
        <p:spPr>
          <a:xfrm flipH="1">
            <a:off x="7274214" y="3649782"/>
            <a:ext cx="443452" cy="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3127866" y="3738058"/>
            <a:ext cx="1283748" cy="0"/>
          </a:xfrm>
          <a:prstGeom prst="straightConnector1">
            <a:avLst/>
          </a:prstGeom>
          <a:ln w="19050"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920" y="95394"/>
            <a:ext cx="11837772" cy="160934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 Design Pattern (Structural Design Pattern)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1878494"/>
            <a:ext cx="1005839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o"/>
            </a:pPr>
            <a:r>
              <a:rPr lang="en-US" alt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Adapter Pattern converts the interface of a class into another interface the clients expect.</a:t>
            </a:r>
            <a:endParaRPr lang="en-US" alt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o"/>
            </a:pPr>
            <a:endParaRPr lang="en-US" alt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o"/>
            </a:pPr>
            <a:r>
              <a:rPr lang="en-US" alt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 lets classes work together that couldn’t otherwise because of incompatible interfaces.</a:t>
            </a:r>
            <a:endParaRPr lang="en-US" altLang="en-US" sz="2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305" y="2995930"/>
            <a:ext cx="7692390" cy="3293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935" y="256032"/>
            <a:ext cx="11066464" cy="160934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 Design Pattern (Structural Design Pattern)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2472587"/>
            <a:ext cx="31658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4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Duck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~Duck()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quack()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fly()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67167" y="2097203"/>
            <a:ext cx="5088513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4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duck.h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MallardDuck 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Duck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quack()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"Quack"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fly()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"I am flying"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5443151" y="2421924"/>
            <a:ext cx="12357" cy="31880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47887" y="2287921"/>
            <a:ext cx="192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mallardDuck.h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016" y="2487827"/>
            <a:ext cx="1124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uck.h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016" y="67973"/>
            <a:ext cx="11128248" cy="160934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 Design Pattern (Structural Design Pattern)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2476150"/>
            <a:ext cx="354268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4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Turkey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~Turkey()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gooble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fly()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8909" y="1816600"/>
            <a:ext cx="6096000" cy="37548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4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turkey.h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WildTurkey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Turkey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gooble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Googble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gooble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fly()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"I am flying a short distance"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5430795" y="2421924"/>
            <a:ext cx="24713" cy="32004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91016" y="2487827"/>
            <a:ext cx="1124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turkey.h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48800" y="2237258"/>
            <a:ext cx="182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wildTurkey.h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923" y="45967"/>
            <a:ext cx="11936627" cy="160934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 Design Pattern (Structural Design Pattern)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501438" y="1655311"/>
            <a:ext cx="4169417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2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turkey.h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duck.h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TurkeyAdapter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Duck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TurkeyAdapter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(Turkey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tur) : turkey(tur) {}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quack()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turkey-&gt;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gooble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fly()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turkey-&gt;fly();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Turkey *turkey;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05449" y="2086814"/>
            <a:ext cx="182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turkeyAdapter.h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0855" y="1223808"/>
            <a:ext cx="752114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2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duck.h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turkey.h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&lt;random&gt;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ctime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DuckAdapter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Turkey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DuckAdapter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(Duck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du) : duck(du),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randGen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(std::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random_device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{}()),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gooble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duck-&gt;quack();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fly()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randGen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Corrected function call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duck-&gt;fly();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Duck *duck;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std::mt19937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randGen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//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Mersenne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Twister RNG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std::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uniform_int_distribution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Uniform distribution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58649" y="1717482"/>
            <a:ext cx="182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duckAdapter.h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4602892" y="2360140"/>
            <a:ext cx="12357" cy="31880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741" y="70681"/>
            <a:ext cx="11889259" cy="1609344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 Design Pattern (Structural Design Pattern)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288325" y="1513135"/>
            <a:ext cx="325600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turkeyAdapter.h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duckAdapter.h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mallardDuck.h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wildTurkey.h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testDuck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(Duck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duck)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duck-&gt;quack();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duck-&gt;fly();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(Turkey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turkey)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turkey-&gt;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gooble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turkey-&gt;fly();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17772" y="1387616"/>
            <a:ext cx="5428736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Duck *duck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MallardDuck();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Turkey *turkey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WildTurkey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"The Duck says..."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testDuck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(duck);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"The Turkey says..."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(turkey);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nTurkey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Adapter Performing\n"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Duck 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turkeyAdapter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TurkeyAdapter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(turkey);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testDuck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turkeyAdapter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nDuck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Adapter Performing\n"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Turkey 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duckAdapter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DuckAdapter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(duck);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duckAdapter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3970637" y="1841156"/>
            <a:ext cx="12357" cy="31880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646508" y="1972391"/>
            <a:ext cx="3068593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12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Duck says...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Quack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Turkey says...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Googble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gooble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 a short distance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Turkey Adapter Performing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Googble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gooble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 a short distance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 a short distance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 a short distance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 a short distance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 a short distance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Duck Adapter Performing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Quack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</a:t>
            </a:r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9634151" y="1841156"/>
            <a:ext cx="12357" cy="31880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4357" y="5316562"/>
            <a:ext cx="1307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25979" y="5316562"/>
            <a:ext cx="1307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708" y="150999"/>
            <a:ext cx="11948984" cy="1609344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Adapter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6064" y="1700400"/>
            <a:ext cx="7290487" cy="50745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64502"/>
            <a:ext cx="10058400" cy="1609344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Adapter: 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248" y="1996852"/>
            <a:ext cx="352579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4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Duck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~Duck()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quack()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fly()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76103" y="1812186"/>
            <a:ext cx="6096000" cy="37548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4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duck.h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MallardDuck 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Duck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quack()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"Quack"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fly()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"I am flying"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4775887" y="1673846"/>
            <a:ext cx="24713" cy="32004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75919" y="1701158"/>
            <a:ext cx="1124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uck.h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98460" y="1812186"/>
            <a:ext cx="192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mallardDuck.h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113929"/>
            <a:ext cx="10058400" cy="160934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Adapter: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34994" y="1723273"/>
            <a:ext cx="345783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4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Turkey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~Turkey()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gobble()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fly()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13622" y="1723273"/>
            <a:ext cx="6096000" cy="37548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4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turkey.h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WildTurkey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Turkey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gobble()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"Gobble, Gobble"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fly()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"I am flying a short distance"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95600" y="1907060"/>
            <a:ext cx="1124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turkey.h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448800" y="2237258"/>
            <a:ext cx="182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wildTurkey.h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5190868" y="1907060"/>
            <a:ext cx="24713" cy="32004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4562" y="0"/>
            <a:ext cx="10058400" cy="160934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Adapter: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83259" y="1287825"/>
            <a:ext cx="7037172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4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duck.h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turkey.h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mallardDuck.h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&lt;random&gt;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ctime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MallardDuckAdapter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Turkey,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MallardDuck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MallardDuckAdapter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gobble()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MallardDuck::quack();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fly()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dist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randGen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==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Corrected function call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MallardDuck::fly();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std::mt19937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randGen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Mersenne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Twister RNG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std::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uniform_int_distribution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dist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Uniform distribution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66671" y="1812186"/>
            <a:ext cx="2471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mallardDuckAdapter.h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Adapter: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51048" y="160934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4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duck.h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wildTurkey.h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WildTurkeyAdapter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Duck,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WildTurkey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WildTurkeyAdapter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quack()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WildTurkey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::gobble();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fly()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WildTurkey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::fly();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66671" y="1812186"/>
            <a:ext cx="2471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wildTurkeyAdapter.h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313" y="83037"/>
            <a:ext cx="10058400" cy="160934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Adapter: 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0912" y="1470611"/>
            <a:ext cx="356286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wildTurkey.h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wildTurkeyAdapter.h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mallardDuck.h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mallardDuckAdapter.h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testDuck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(Duck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duck)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duck-&gt;quack();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duck-&gt;fly();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(Turkey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turkey)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turkey-&gt;gobble();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turkey-&gt;fly();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85635" y="1470611"/>
            <a:ext cx="555848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Turkey *turkey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WildTurkey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"The Turkey says: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endl;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turkey-&gt;gobble();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turkey-&gt;fly();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nTurkeyAdapter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is coming:\n"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Duck 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wildTurkeyAdapter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WildTurkeyAdapter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testDuck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wildTurkeyAdapter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cout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nDuckAdapter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is coming:\n"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Turkey *duck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MallardDuckAdapter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testTurkey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(duck);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3485635" y="1855570"/>
            <a:ext cx="24713" cy="32004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8891716" y="1855570"/>
            <a:ext cx="24713" cy="32004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044115" y="1947427"/>
            <a:ext cx="320863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1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Turkey says: 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Gobble, Gobble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 a short distance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TurkeyAdapter</a:t>
            </a:r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coming: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Gobble, Gobble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 a short distance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 a short distance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 a short distance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 a short distance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flying a short distance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DuckAdapter</a:t>
            </a:r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coming: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Quack</a:t>
            </a:r>
            <a:endParaRPr lang="en-US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0</TotalTime>
  <Words>6456</Words>
  <Application>WPS Presentation</Application>
  <PresentationFormat>Widescreen</PresentationFormat>
  <Paragraphs>396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Wingdings</vt:lpstr>
      <vt:lpstr>Consolas</vt:lpstr>
      <vt:lpstr>Rockwell Condensed</vt:lpstr>
      <vt:lpstr>Rockwell</vt:lpstr>
      <vt:lpstr>Microsoft YaHei</vt:lpstr>
      <vt:lpstr>Arial Unicode MS</vt:lpstr>
      <vt:lpstr>Calibri</vt:lpstr>
      <vt:lpstr>Wood Type</vt:lpstr>
      <vt:lpstr>CSE327  Software Engineering</vt:lpstr>
      <vt:lpstr>Adapter Design Pattern</vt:lpstr>
      <vt:lpstr>Adapter Design Pattern</vt:lpstr>
      <vt:lpstr>Adapter Design Pattern (Structural Design Pattern)</vt:lpstr>
      <vt:lpstr>Adapter Design Pattern (Structural Design Pattern)</vt:lpstr>
      <vt:lpstr>Adapter Design Pattern (Structural Design Pattern)</vt:lpstr>
      <vt:lpstr>Adapter Design Pattern (Structural Design Pattern)</vt:lpstr>
      <vt:lpstr>Adapter Design Pattern (Structural Design Pattern)</vt:lpstr>
      <vt:lpstr>Different Types of Adapter</vt:lpstr>
      <vt:lpstr>Class Adapter: Example</vt:lpstr>
      <vt:lpstr>Class Adapter: Example</vt:lpstr>
      <vt:lpstr>Class Adapter: Example</vt:lpstr>
      <vt:lpstr>Class Adapter: Example</vt:lpstr>
      <vt:lpstr>Class Adapter: 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CSE327  Software Engineering</dc:title>
  <dc:creator>A K M Iqtidar Newaz</dc:creator>
  <cp:lastModifiedBy>iqtid</cp:lastModifiedBy>
  <cp:revision>56</cp:revision>
  <dcterms:created xsi:type="dcterms:W3CDTF">2024-09-23T05:24:00Z</dcterms:created>
  <dcterms:modified xsi:type="dcterms:W3CDTF">2025-03-08T05:02:44Z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B55AFACCB4894315A5B43090443B65AA_12</vt:lpwstr>
  </property>
  <property fmtid="{D5CDD505-2E9C-101B-9397-08002B2CF9AE}" pid="3" name="KSOProductBuildVer">
    <vt:lpwstr>1033-12.2.0.20326</vt:lpwstr>
  </property>
</Properties>
</file>