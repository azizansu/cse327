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9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7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14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1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2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6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7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4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0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08B7E8-FFFA-4B69-B722-EE8EB26FCEFB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29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499F8A-9435-C0D9-A20B-1E2B3CDCA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5077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D17E59A-42EA-716B-9881-3C6515D63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- 7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4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00BF68-BAA9-9742-C328-0CAB26A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6320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AA6278-0011-75F9-4666-D2CED367E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Let’s think about waterfall model for a big application like banking app, insurance application. Here, a huge application consists of small parts.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does not matter how many services are there. All together are shipped as a one whole application. That’s how thinks worked previously, and this application was called monolithic application.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7A2A618-851F-8E8E-62D0-8EA7B3992502}"/>
              </a:ext>
            </a:extLst>
          </p:cNvPr>
          <p:cNvSpPr/>
          <p:nvPr/>
        </p:nvSpPr>
        <p:spPr>
          <a:xfrm>
            <a:off x="3895724" y="2575507"/>
            <a:ext cx="196215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End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DNS, Services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6370CF74-BB7C-FBFF-DF01-54DDD2D4A0EC}"/>
              </a:ext>
            </a:extLst>
          </p:cNvPr>
          <p:cNvSpPr/>
          <p:nvPr/>
        </p:nvSpPr>
        <p:spPr>
          <a:xfrm rot="5400000">
            <a:off x="4577555" y="3563218"/>
            <a:ext cx="598487" cy="4518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3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D486BA-1DF3-F72C-7149-0F458D08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1BF11D-4DC9-C191-31D1-34FAF0693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Till 2002 it was fine.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However, whenever one of the services is down, whole system is down.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That’s when Agile came to the picture and played an important part here.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is a philosophy to rapidly deploy an application in much more organized way.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chain of rapid development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422397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FCC847-5D9E-9E18-84BB-132CE015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FFAB881-9B1E-9173-900F-8B26EEDB9E3A}"/>
              </a:ext>
            </a:extLst>
          </p:cNvPr>
          <p:cNvSpPr txBox="1"/>
          <p:nvPr/>
        </p:nvSpPr>
        <p:spPr>
          <a:xfrm>
            <a:off x="1849755" y="2047876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256E11B-9CBC-CDAA-81D0-DE197EDDC9C7}"/>
              </a:ext>
            </a:extLst>
          </p:cNvPr>
          <p:cNvSpPr txBox="1"/>
          <p:nvPr/>
        </p:nvSpPr>
        <p:spPr>
          <a:xfrm>
            <a:off x="2354580" y="2543176"/>
            <a:ext cx="107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A1D5668-CDE0-CD3B-B6CA-63F98FF1AFA2}"/>
              </a:ext>
            </a:extLst>
          </p:cNvPr>
          <p:cNvSpPr txBox="1"/>
          <p:nvPr/>
        </p:nvSpPr>
        <p:spPr>
          <a:xfrm>
            <a:off x="2354581" y="3295651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2B4C967-6A81-CADA-DB19-79D7DAFB5766}"/>
              </a:ext>
            </a:extLst>
          </p:cNvPr>
          <p:cNvSpPr txBox="1"/>
          <p:nvPr/>
        </p:nvSpPr>
        <p:spPr>
          <a:xfrm>
            <a:off x="1833090" y="3786188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175056B-AEDF-D5CB-7718-AFD3F0875B3F}"/>
              </a:ext>
            </a:extLst>
          </p:cNvPr>
          <p:cNvSpPr txBox="1"/>
          <p:nvPr/>
        </p:nvSpPr>
        <p:spPr>
          <a:xfrm>
            <a:off x="1159194" y="3419238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20A886-A91E-5104-E87D-E9C7CEDD6C1C}"/>
              </a:ext>
            </a:extLst>
          </p:cNvPr>
          <p:cNvSpPr txBox="1"/>
          <p:nvPr/>
        </p:nvSpPr>
        <p:spPr>
          <a:xfrm>
            <a:off x="1097280" y="274165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2CB1F8A-DF0B-9433-C7F3-828F201FFB96}"/>
              </a:ext>
            </a:extLst>
          </p:cNvPr>
          <p:cNvSpPr txBox="1"/>
          <p:nvPr/>
        </p:nvSpPr>
        <p:spPr>
          <a:xfrm>
            <a:off x="3316606" y="3722728"/>
            <a:ext cx="952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4F1BA752-B56C-9C9F-E9A1-A8ABD51D939F}"/>
              </a:ext>
            </a:extLst>
          </p:cNvPr>
          <p:cNvCxnSpPr>
            <a:cxnSpLocks/>
          </p:cNvCxnSpPr>
          <p:nvPr/>
        </p:nvCxnSpPr>
        <p:spPr>
          <a:xfrm>
            <a:off x="1330642" y="4006335"/>
            <a:ext cx="485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8FD064D2-0335-7DEC-33AB-0AC7E6E41862}"/>
              </a:ext>
            </a:extLst>
          </p:cNvPr>
          <p:cNvCxnSpPr>
            <a:cxnSpLocks/>
          </p:cNvCxnSpPr>
          <p:nvPr/>
        </p:nvCxnSpPr>
        <p:spPr>
          <a:xfrm>
            <a:off x="2830831" y="3907394"/>
            <a:ext cx="485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F44D19F7-317D-4525-D261-3F2DB52F0C49}"/>
              </a:ext>
            </a:extLst>
          </p:cNvPr>
          <p:cNvCxnSpPr>
            <a:cxnSpLocks/>
            <a:stCxn id="8" idx="3"/>
            <a:endCxn id="7" idx="2"/>
          </p:cNvCxnSpPr>
          <p:nvPr/>
        </p:nvCxnSpPr>
        <p:spPr>
          <a:xfrm flipV="1">
            <a:off x="2518889" y="3664983"/>
            <a:ext cx="311942" cy="3058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ED78D62A-329B-CECF-E343-F9896268341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2821307" y="2912508"/>
            <a:ext cx="71436" cy="383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94BFFADB-0703-E199-F562-4C3239E986B2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2506980" y="2232542"/>
            <a:ext cx="385762" cy="3479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0E7CDDB8-B2C6-07E7-D760-AEBFE63EC63F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573530" y="2261414"/>
            <a:ext cx="247651" cy="4802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C47C38A2-1796-84C3-3A33-A01F1CC5A216}"/>
              </a:ext>
            </a:extLst>
          </p:cNvPr>
          <p:cNvCxnSpPr>
            <a:cxnSpLocks/>
          </p:cNvCxnSpPr>
          <p:nvPr/>
        </p:nvCxnSpPr>
        <p:spPr>
          <a:xfrm>
            <a:off x="1573530" y="3110985"/>
            <a:ext cx="33337" cy="3244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2C8F99C5-761E-4535-83B6-7F4E19F90F61}"/>
              </a:ext>
            </a:extLst>
          </p:cNvPr>
          <p:cNvSpPr txBox="1"/>
          <p:nvPr/>
        </p:nvSpPr>
        <p:spPr>
          <a:xfrm>
            <a:off x="5012057" y="2047876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AAF45955-03D9-0C0D-0B28-E3A7E2979D34}"/>
              </a:ext>
            </a:extLst>
          </p:cNvPr>
          <p:cNvSpPr txBox="1"/>
          <p:nvPr/>
        </p:nvSpPr>
        <p:spPr>
          <a:xfrm>
            <a:off x="5516882" y="2543176"/>
            <a:ext cx="107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9179F4C5-FEEB-6629-426A-D9E589AD8DE3}"/>
              </a:ext>
            </a:extLst>
          </p:cNvPr>
          <p:cNvSpPr txBox="1"/>
          <p:nvPr/>
        </p:nvSpPr>
        <p:spPr>
          <a:xfrm>
            <a:off x="5516883" y="3295651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58493715-C9AE-E5EC-D9D6-6A17C5491FF8}"/>
              </a:ext>
            </a:extLst>
          </p:cNvPr>
          <p:cNvSpPr txBox="1"/>
          <p:nvPr/>
        </p:nvSpPr>
        <p:spPr>
          <a:xfrm>
            <a:off x="4995392" y="3786188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7F84D6F-168B-C791-2491-6375F414E894}"/>
              </a:ext>
            </a:extLst>
          </p:cNvPr>
          <p:cNvSpPr txBox="1"/>
          <p:nvPr/>
        </p:nvSpPr>
        <p:spPr>
          <a:xfrm>
            <a:off x="4321496" y="3419238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F4A819D-FEA8-69EF-0EF4-D1E36D8A6C66}"/>
              </a:ext>
            </a:extLst>
          </p:cNvPr>
          <p:cNvSpPr txBox="1"/>
          <p:nvPr/>
        </p:nvSpPr>
        <p:spPr>
          <a:xfrm>
            <a:off x="4259582" y="274165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0CC3070D-0152-5E6D-3790-71F67F84F294}"/>
              </a:ext>
            </a:extLst>
          </p:cNvPr>
          <p:cNvSpPr txBox="1"/>
          <p:nvPr/>
        </p:nvSpPr>
        <p:spPr>
          <a:xfrm>
            <a:off x="6478908" y="3722728"/>
            <a:ext cx="952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21AD75AC-412E-CCA3-9F9D-A5BB672EE972}"/>
              </a:ext>
            </a:extLst>
          </p:cNvPr>
          <p:cNvCxnSpPr>
            <a:cxnSpLocks/>
          </p:cNvCxnSpPr>
          <p:nvPr/>
        </p:nvCxnSpPr>
        <p:spPr>
          <a:xfrm>
            <a:off x="4492944" y="4006335"/>
            <a:ext cx="485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EAC307CD-DEAA-178D-FB67-DBFD5358F77F}"/>
              </a:ext>
            </a:extLst>
          </p:cNvPr>
          <p:cNvCxnSpPr>
            <a:cxnSpLocks/>
          </p:cNvCxnSpPr>
          <p:nvPr/>
        </p:nvCxnSpPr>
        <p:spPr>
          <a:xfrm>
            <a:off x="5993133" y="3907394"/>
            <a:ext cx="485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D495C87C-F7CE-E7A3-E948-C71B4DA371EE}"/>
              </a:ext>
            </a:extLst>
          </p:cNvPr>
          <p:cNvCxnSpPr>
            <a:cxnSpLocks/>
            <a:stCxn id="32" idx="3"/>
            <a:endCxn id="31" idx="2"/>
          </p:cNvCxnSpPr>
          <p:nvPr/>
        </p:nvCxnSpPr>
        <p:spPr>
          <a:xfrm flipV="1">
            <a:off x="5681191" y="3664983"/>
            <a:ext cx="311942" cy="3058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13144DA0-9906-2CDA-D05E-48497957080E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983609" y="2912508"/>
            <a:ext cx="71436" cy="383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234B5D33-84CC-59BB-EF46-C90D61EB42B1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5669282" y="2232542"/>
            <a:ext cx="385762" cy="3479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DD9BA7C2-A016-8D6F-6E63-5CE824C16C3E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4735832" y="2261414"/>
            <a:ext cx="247651" cy="4802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AB3F8B45-539E-27CE-3B18-8EFF143075CC}"/>
              </a:ext>
            </a:extLst>
          </p:cNvPr>
          <p:cNvCxnSpPr>
            <a:cxnSpLocks/>
          </p:cNvCxnSpPr>
          <p:nvPr/>
        </p:nvCxnSpPr>
        <p:spPr>
          <a:xfrm>
            <a:off x="4735832" y="3110985"/>
            <a:ext cx="33337" cy="3244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5F6B3DFE-23CF-E661-CC7C-681DADF693E8}"/>
              </a:ext>
            </a:extLst>
          </p:cNvPr>
          <p:cNvSpPr txBox="1"/>
          <p:nvPr/>
        </p:nvSpPr>
        <p:spPr>
          <a:xfrm>
            <a:off x="8522024" y="2047876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A4D016D3-161E-E045-27FB-58AD9084813F}"/>
              </a:ext>
            </a:extLst>
          </p:cNvPr>
          <p:cNvSpPr txBox="1"/>
          <p:nvPr/>
        </p:nvSpPr>
        <p:spPr>
          <a:xfrm>
            <a:off x="9026849" y="2543176"/>
            <a:ext cx="107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A0EB71E9-F61E-C7F9-0EEF-BE9C41D268ED}"/>
              </a:ext>
            </a:extLst>
          </p:cNvPr>
          <p:cNvSpPr txBox="1"/>
          <p:nvPr/>
        </p:nvSpPr>
        <p:spPr>
          <a:xfrm>
            <a:off x="9026850" y="3295651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74535B93-D9DC-2492-ED7C-99B7CCC09174}"/>
              </a:ext>
            </a:extLst>
          </p:cNvPr>
          <p:cNvSpPr txBox="1"/>
          <p:nvPr/>
        </p:nvSpPr>
        <p:spPr>
          <a:xfrm>
            <a:off x="8505359" y="3786188"/>
            <a:ext cx="68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CFE910B1-CF87-ED06-111F-AC5AA4313D33}"/>
              </a:ext>
            </a:extLst>
          </p:cNvPr>
          <p:cNvSpPr txBox="1"/>
          <p:nvPr/>
        </p:nvSpPr>
        <p:spPr>
          <a:xfrm>
            <a:off x="7831463" y="3419238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8D817C69-D5EA-91E6-DB64-7C79969069A1}"/>
              </a:ext>
            </a:extLst>
          </p:cNvPr>
          <p:cNvSpPr txBox="1"/>
          <p:nvPr/>
        </p:nvSpPr>
        <p:spPr>
          <a:xfrm>
            <a:off x="7769549" y="2741653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94A665F7-CAE1-C741-5F10-534F9D8A9035}"/>
              </a:ext>
            </a:extLst>
          </p:cNvPr>
          <p:cNvSpPr txBox="1"/>
          <p:nvPr/>
        </p:nvSpPr>
        <p:spPr>
          <a:xfrm>
            <a:off x="9988875" y="3722728"/>
            <a:ext cx="952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53397D2D-4AF6-5C78-B017-7BC30E70CDAF}"/>
              </a:ext>
            </a:extLst>
          </p:cNvPr>
          <p:cNvCxnSpPr>
            <a:cxnSpLocks/>
          </p:cNvCxnSpPr>
          <p:nvPr/>
        </p:nvCxnSpPr>
        <p:spPr>
          <a:xfrm>
            <a:off x="8002911" y="4006335"/>
            <a:ext cx="485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xmlns="" id="{5569AAFF-F1A1-DF55-6454-D9073DD5FBC1}"/>
              </a:ext>
            </a:extLst>
          </p:cNvPr>
          <p:cNvCxnSpPr>
            <a:cxnSpLocks/>
          </p:cNvCxnSpPr>
          <p:nvPr/>
        </p:nvCxnSpPr>
        <p:spPr>
          <a:xfrm>
            <a:off x="9503100" y="3907394"/>
            <a:ext cx="4857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xmlns="" id="{790D1214-D845-6C84-D023-AD0FBE37564D}"/>
              </a:ext>
            </a:extLst>
          </p:cNvPr>
          <p:cNvCxnSpPr>
            <a:cxnSpLocks/>
            <a:stCxn id="60" idx="3"/>
            <a:endCxn id="59" idx="2"/>
          </p:cNvCxnSpPr>
          <p:nvPr/>
        </p:nvCxnSpPr>
        <p:spPr>
          <a:xfrm flipV="1">
            <a:off x="9191158" y="3664983"/>
            <a:ext cx="311942" cy="3058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xmlns="" id="{7DFCDE4A-BF95-95BE-64A7-08A4BB296564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9493576" y="2912508"/>
            <a:ext cx="71436" cy="3831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xmlns="" id="{E25A9151-9F97-49BE-1D76-7DF38353C852}"/>
              </a:ext>
            </a:extLst>
          </p:cNvPr>
          <p:cNvCxnSpPr>
            <a:cxnSpLocks/>
            <a:endCxn id="57" idx="3"/>
          </p:cNvCxnSpPr>
          <p:nvPr/>
        </p:nvCxnSpPr>
        <p:spPr>
          <a:xfrm flipH="1" flipV="1">
            <a:off x="9179249" y="2232542"/>
            <a:ext cx="385762" cy="3479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xmlns="" id="{D39FD83E-87D2-FDEE-80B5-83FA77DD373D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245799" y="2261414"/>
            <a:ext cx="247651" cy="4802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xmlns="" id="{2A0C7BC0-C416-5AEE-9410-D248C9688E1C}"/>
              </a:ext>
            </a:extLst>
          </p:cNvPr>
          <p:cNvCxnSpPr>
            <a:cxnSpLocks/>
          </p:cNvCxnSpPr>
          <p:nvPr/>
        </p:nvCxnSpPr>
        <p:spPr>
          <a:xfrm>
            <a:off x="8245799" y="3110985"/>
            <a:ext cx="33337" cy="3244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867BF2B8-755D-C360-D492-AA66D987EC41}"/>
              </a:ext>
            </a:extLst>
          </p:cNvPr>
          <p:cNvSpPr txBox="1"/>
          <p:nvPr/>
        </p:nvSpPr>
        <p:spPr>
          <a:xfrm>
            <a:off x="1256827" y="4353997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B264CCAD-A1BB-6742-318D-93EB6226FB00}"/>
              </a:ext>
            </a:extLst>
          </p:cNvPr>
          <p:cNvSpPr txBox="1"/>
          <p:nvPr/>
        </p:nvSpPr>
        <p:spPr>
          <a:xfrm>
            <a:off x="4459608" y="4353997"/>
            <a:ext cx="200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Iteration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15D9A0C-BBC1-4845-FEC4-E88BD04AD42A}"/>
              </a:ext>
            </a:extLst>
          </p:cNvPr>
          <p:cNvSpPr txBox="1"/>
          <p:nvPr/>
        </p:nvSpPr>
        <p:spPr>
          <a:xfrm>
            <a:off x="8174361" y="4348282"/>
            <a:ext cx="200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Iteration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5AE8C671-9F18-ABFA-886F-E8FE47999B54}"/>
              </a:ext>
            </a:extLst>
          </p:cNvPr>
          <p:cNvSpPr txBox="1"/>
          <p:nvPr/>
        </p:nvSpPr>
        <p:spPr>
          <a:xfrm>
            <a:off x="1164461" y="5106472"/>
            <a:ext cx="9751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work on one microservices at a 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in the first iteration, we will be working on a specific task, then another one in another iteration.</a:t>
            </a:r>
          </a:p>
        </p:txBody>
      </p:sp>
    </p:spTree>
    <p:extLst>
      <p:ext uri="{BB962C8B-B14F-4D97-AF65-F5344CB8AC3E}">
        <p14:creationId xmlns:p14="http://schemas.microsoft.com/office/powerpoint/2010/main" val="285821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EDE079-3F91-38B9-F2B5-9247D2B3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Terms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9F44CA-8728-A78F-4BE1-379C860C6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over processes and tools: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development and client centric solution.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software over comprehensive documentation: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application development is more important than the documentation.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collaboration over rigid contracts: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is feedback dependent.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115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C1C478-FA25-D56F-487D-1405ECCD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DB229C-2BB5-F70A-D116-AC0329958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Satisfy the customer.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Welcome changing requirement.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 working software frequently.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 interaction with stakeholders.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Motivated individuals.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to face communication.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 by working software.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constant space.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31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0FA8FB-BA3B-75AF-229B-4A1BF6DEF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EC95B7-BAD1-70F9-9580-80BE5444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 technical excellence and good design.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 it simple.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Empower self-organizing terms.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 and adjust continuously.</a:t>
            </a:r>
          </a:p>
        </p:txBody>
      </p:sp>
    </p:spTree>
    <p:extLst>
      <p:ext uri="{BB962C8B-B14F-4D97-AF65-F5344CB8AC3E}">
        <p14:creationId xmlns:p14="http://schemas.microsoft.com/office/powerpoint/2010/main" val="355401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A103E7-EA9E-6F51-BA69-0E18E8F1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7ECE42-4EB1-FA10-4A2A-97927E2ED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Persistent software delivery.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stakeholder satisfaction.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Inspect and adapt.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Welcome to changes at any stage.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is important.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Daily interaction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87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A6142C-56A9-5A66-217B-6EF58540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Implement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574F7E-0B40-3D36-D833-7554E8A7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Extreme Programming (XP)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KANBAN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</a:t>
            </a:r>
          </a:p>
        </p:txBody>
      </p:sp>
    </p:spTree>
    <p:extLst>
      <p:ext uri="{BB962C8B-B14F-4D97-AF65-F5344CB8AC3E}">
        <p14:creationId xmlns:p14="http://schemas.microsoft.com/office/powerpoint/2010/main" val="707761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6FAF36-F0FF-1C04-75CF-B512C90A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FB2135-CF7E-2B68-1802-4F142B51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iterative approach of planning, building, testing, and reviewing.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Here, the product owner is responsible for deployment.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He/she doesn’t need to be a technical person.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will have a Scrum master who is a team leader.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Scrum master handles day to day tasks.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Roles in Scrum: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Scrum master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(Developer, Tester)</a:t>
            </a:r>
          </a:p>
        </p:txBody>
      </p:sp>
    </p:spTree>
    <p:extLst>
      <p:ext uri="{BB962C8B-B14F-4D97-AF65-F5344CB8AC3E}">
        <p14:creationId xmlns:p14="http://schemas.microsoft.com/office/powerpoint/2010/main" val="1865928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EFA0E0-5359-1753-B1F3-11288536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in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6B92BA-84A5-3985-C504-E761BCAD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iteration a specific task is done. Another specific task is done in the second iteration. Product owner and scrum master usually develop the product backlog.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Stories: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 is called user stories and prioritize the product backlog tasks.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Backlog: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development team got involved. We have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product owner mentioned about the end goals or how the product will look like at the end of the day. We will have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Scrum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-15 minutes stand-by meeting by developer, tester and others.</a:t>
            </a:r>
          </a:p>
        </p:txBody>
      </p:sp>
    </p:spTree>
    <p:extLst>
      <p:ext uri="{BB962C8B-B14F-4D97-AF65-F5344CB8AC3E}">
        <p14:creationId xmlns:p14="http://schemas.microsoft.com/office/powerpoint/2010/main" val="344576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FCD1D3-DBBB-75EC-5B27-9376C02F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48C7B4A-8AE5-4C75-7C51-41031CADE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761" y="1846263"/>
            <a:ext cx="8886804" cy="4022725"/>
          </a:xfrm>
        </p:spPr>
      </p:pic>
    </p:spTree>
    <p:extLst>
      <p:ext uri="{BB962C8B-B14F-4D97-AF65-F5344CB8AC3E}">
        <p14:creationId xmlns:p14="http://schemas.microsoft.com/office/powerpoint/2010/main" val="344685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5DEF93-0636-A1A6-0B6D-1338D316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in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414ECD-C3AA-B4C7-5984-337B46BA8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Reviews: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every user stories[sprint backlogs], usually after 2-4 weeks there will be a demo and then move to next sprint.</a:t>
            </a:r>
          </a:p>
        </p:txBody>
      </p:sp>
    </p:spTree>
    <p:extLst>
      <p:ext uri="{BB962C8B-B14F-4D97-AF65-F5344CB8AC3E}">
        <p14:creationId xmlns:p14="http://schemas.microsoft.com/office/powerpoint/2010/main" val="18949021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544</TotalTime>
  <Words>559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Calibri Light</vt:lpstr>
      <vt:lpstr>Courier New</vt:lpstr>
      <vt:lpstr>Times New Roman</vt:lpstr>
      <vt:lpstr>Wingdings</vt:lpstr>
      <vt:lpstr>Retrospect</vt:lpstr>
      <vt:lpstr>CSE327  Software Engineering</vt:lpstr>
      <vt:lpstr>Agile</vt:lpstr>
      <vt:lpstr>Agile</vt:lpstr>
      <vt:lpstr>Agile</vt:lpstr>
      <vt:lpstr>Key Terms of Agile</vt:lpstr>
      <vt:lpstr>Principles of Agile</vt:lpstr>
      <vt:lpstr>Principles of Agile</vt:lpstr>
      <vt:lpstr>Advantage of Agile</vt:lpstr>
      <vt:lpstr>How to Implement Agile</vt:lpstr>
      <vt:lpstr>SCRUM</vt:lpstr>
      <vt:lpstr>Development in SCRUM</vt:lpstr>
      <vt:lpstr>SCRUM</vt:lpstr>
      <vt:lpstr>Development in Scrum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A K M Iqtidar Newaz</cp:lastModifiedBy>
  <cp:revision>31</cp:revision>
  <dcterms:created xsi:type="dcterms:W3CDTF">2024-09-23T05:24:39Z</dcterms:created>
  <dcterms:modified xsi:type="dcterms:W3CDTF">2025-01-31T11:12:10Z</dcterms:modified>
</cp:coreProperties>
</file>