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2" r:id="rId3"/>
    <p:sldId id="299" r:id="rId4"/>
    <p:sldId id="289" r:id="rId5"/>
    <p:sldId id="288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0"/>
  </p:normalViewPr>
  <p:slideViewPr>
    <p:cSldViewPr snapToGrid="0">
      <p:cViewPr varScale="1">
        <p:scale>
          <a:sx n="96" d="100"/>
          <a:sy n="96" d="100"/>
        </p:scale>
        <p:origin x="6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793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7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14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1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26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6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70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508B7E8-FFFA-4B69-B722-EE8EB26FCEF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4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0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5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508B7E8-FFFA-4B69-B722-EE8EB26FCEF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291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499F8A-9435-C0D9-A20B-1E2B3CDCA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5077"/>
            <a:ext cx="10058400" cy="356616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CSE327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D17E59A-42EA-716B-9881-3C6515D631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AKM iqtidar Newaz 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- 11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44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D008210-8926-6CCB-832A-3487F12C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="" xmlns:a16="http://schemas.microsoft.com/office/drawing/2014/main" id="{A79D0C3F-C372-2729-1C9D-02F96B207968}"/>
              </a:ext>
            </a:extLst>
          </p:cNvPr>
          <p:cNvSpPr/>
          <p:nvPr/>
        </p:nvSpPr>
        <p:spPr>
          <a:xfrm>
            <a:off x="6126479" y="2808729"/>
            <a:ext cx="2431025" cy="243102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E7EC53-50E9-8B08-D366-14A33F23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Decorator Design Pattern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A103CE2-6FFA-2394-CD50-9D462C9812CF}"/>
              </a:ext>
            </a:extLst>
          </p:cNvPr>
          <p:cNvSpPr txBox="1"/>
          <p:nvPr/>
        </p:nvSpPr>
        <p:spPr>
          <a:xfrm>
            <a:off x="1097280" y="1878494"/>
            <a:ext cx="10058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Decorator is a </a:t>
            </a:r>
            <a:r>
              <a:rPr 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design pattern </a:t>
            </a: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lets you attach new behaviors to objects by placing these objects inside special wrapper objects that contains the behaviors.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3C5B95B-438C-2D93-1C50-AF80798E6871}"/>
              </a:ext>
            </a:extLst>
          </p:cNvPr>
          <p:cNvSpPr txBox="1"/>
          <p:nvPr/>
        </p:nvSpPr>
        <p:spPr>
          <a:xfrm>
            <a:off x="1097280" y="2992985"/>
            <a:ext cx="48820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Suppose, we have a base object where that base object has some features/properties, and if we want to add more features the we need to use decorator for wrapping the F1 and it is also an object and we can sti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 use a wrapper of decorator for adding new features.</a:t>
            </a:r>
            <a:endPara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B264614E-098F-816D-276B-EDA70C4449C5}"/>
              </a:ext>
            </a:extLst>
          </p:cNvPr>
          <p:cNvSpPr/>
          <p:nvPr/>
        </p:nvSpPr>
        <p:spPr>
          <a:xfrm>
            <a:off x="6576049" y="3258299"/>
            <a:ext cx="1531884" cy="153188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4A035CF9-4D9B-62D7-6A1C-8260E8452F7A}"/>
              </a:ext>
            </a:extLst>
          </p:cNvPr>
          <p:cNvSpPr/>
          <p:nvPr/>
        </p:nvSpPr>
        <p:spPr>
          <a:xfrm>
            <a:off x="7030325" y="3712575"/>
            <a:ext cx="623331" cy="62333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0211588-E072-FBC4-8552-E9DF98143606}"/>
              </a:ext>
            </a:extLst>
          </p:cNvPr>
          <p:cNvSpPr txBox="1"/>
          <p:nvPr/>
        </p:nvSpPr>
        <p:spPr>
          <a:xfrm>
            <a:off x="7341990" y="433590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EF7DB7BA-A182-2F38-3E06-3E2F2CCED52A}"/>
              </a:ext>
            </a:extLst>
          </p:cNvPr>
          <p:cNvSpPr txBox="1"/>
          <p:nvPr/>
        </p:nvSpPr>
        <p:spPr>
          <a:xfrm>
            <a:off x="7097531" y="4747893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+ F2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AFC8978C-C683-1865-0029-6172FB4A9EF0}"/>
              </a:ext>
            </a:extLst>
          </p:cNvPr>
          <p:cNvSpPr txBox="1"/>
          <p:nvPr/>
        </p:nvSpPr>
        <p:spPr>
          <a:xfrm>
            <a:off x="8107933" y="4870422"/>
            <a:ext cx="23342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+ F2 + F3 + ... + F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419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 of Decorator Pattern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13274" y="1932403"/>
            <a:ext cx="3978726" cy="40227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1932403"/>
            <a:ext cx="43224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Defines the base functionality.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as an interface in UML.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79" y="2855733"/>
            <a:ext cx="4899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ConcreteComponent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Class: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core functionality.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79" y="3779063"/>
            <a:ext cx="71159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Decorator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 Class: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Component interface.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a reference to a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object.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functionality by delegating calls to the wrapped component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79" y="5031798"/>
            <a:ext cx="6873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ConcreteDecorator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Class: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Decorator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class.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 specific behavior while maintaining the base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254976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Example - 1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user interface as the Component.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 want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 functionalities like scrollbars or a border without redesigning the window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itself.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example,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SimpleWindow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Concrete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omponent that can be decorated with additional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WindowDecorator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decorator that holds a reference to a Window object and delegates the draw operation to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ScrollbarWindow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Concrete Decorator that adds a scrollbar to the window.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52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Example – 1 (Code)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" y="1879374"/>
            <a:ext cx="455685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Window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 Component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draw() =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~Window()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SimpleWindow :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Window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 // Concrete Component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draw()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"Drawing SimpleWindow()"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6510604" y="1737360"/>
            <a:ext cx="4840830" cy="4624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WindowDecorator :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Window</a:t>
            </a:r>
            <a:r>
              <a:rPr lang="en-US" sz="950" dirty="0">
                <a:solidFill>
                  <a:srgbClr val="008000"/>
                </a:solidFill>
                <a:latin typeface="Consolas" panose="020B0609020204030204" pitchFamily="49" charset="0"/>
              </a:rPr>
              <a:t> // Decorator</a:t>
            </a:r>
            <a:endParaRPr lang="en-US" sz="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WindowDecorator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(Window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window) : window_(window) {}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draw()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window_-&gt;draw();</a:t>
            </a:r>
            <a:r>
              <a:rPr lang="en-US" sz="950" dirty="0">
                <a:solidFill>
                  <a:srgbClr val="008000"/>
                </a:solidFill>
                <a:latin typeface="Consolas" panose="020B0609020204030204" pitchFamily="49" charset="0"/>
              </a:rPr>
              <a:t> // Delegate to the component</a:t>
            </a:r>
            <a:endParaRPr lang="en-US" sz="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protected:</a:t>
            </a:r>
            <a:endParaRPr lang="en-US" sz="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Window *window_;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ScrollbarWindow :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WindowDecorator</a:t>
            </a:r>
            <a:r>
              <a:rPr lang="en-US" sz="950" dirty="0">
                <a:solidFill>
                  <a:srgbClr val="008000"/>
                </a:solidFill>
                <a:latin typeface="Consolas" panose="020B0609020204030204" pitchFamily="49" charset="0"/>
              </a:rPr>
              <a:t> // Concrete Decorator</a:t>
            </a:r>
            <a:endParaRPr lang="en-US" sz="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ScrollbarWindow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(Window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window) : </a:t>
            </a:r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WindowDecorator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(window) {}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draw()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WindowDecorator ::draw();</a:t>
            </a:r>
            <a:r>
              <a:rPr lang="en-US" sz="950" dirty="0">
                <a:solidFill>
                  <a:srgbClr val="008000"/>
                </a:solidFill>
                <a:latin typeface="Consolas" panose="020B0609020204030204" pitchFamily="49" charset="0"/>
              </a:rPr>
              <a:t> // Draw the window</a:t>
            </a:r>
            <a:endParaRPr lang="en-US" sz="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drawScrollbar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sz="95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// Add scrollbar</a:t>
            </a:r>
            <a:endParaRPr lang="en-US" sz="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drawScrollbar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950" dirty="0">
                <a:solidFill>
                  <a:srgbClr val="A31515"/>
                </a:solidFill>
                <a:latin typeface="Consolas" panose="020B0609020204030204" pitchFamily="49" charset="0"/>
              </a:rPr>
              <a:t>"Drawing ScrollbarWindow()"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849888" y="2447866"/>
            <a:ext cx="0" cy="27999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27985" y="1907947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14248" y="235000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59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Example – 1 (Code)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7280" y="1989970"/>
            <a:ext cx="517857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"Concrete Component:\n"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Window *simpleWindow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SimpleWindow();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simpleWindow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-&gt;draw();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"\nDecorator or Wrapper object:\n"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Window *simpleWindow2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SimpleWindow();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Window *scrollbar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ScrollbarWindow(simpleWindow2);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scrollbar-&gt;draw();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4320" y="2159247"/>
            <a:ext cx="283028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1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 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Component:</a:t>
            </a:r>
          </a:p>
          <a:p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 SimpleWindow()</a:t>
            </a:r>
          </a:p>
          <a:p>
            <a:endParaRPr lang="en-US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Decorator or Wrapper object:</a:t>
            </a:r>
          </a:p>
          <a:p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 SimpleWindow()</a:t>
            </a:r>
          </a:p>
          <a:p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 ScrollbarWindow()</a:t>
            </a:r>
          </a:p>
        </p:txBody>
      </p:sp>
    </p:spTree>
    <p:extLst>
      <p:ext uri="{BB962C8B-B14F-4D97-AF65-F5344CB8AC3E}">
        <p14:creationId xmlns:p14="http://schemas.microsoft.com/office/powerpoint/2010/main" val="1513570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Example –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Let’s consider a text editor application where users can write and format their text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Initially, the editor offers basic text operations.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an intermediate developer,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want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 functionalities like spell check, grammar check, and auto-correct without altering the core text processing component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example,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BasicEditor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fundamental text editing functionalities.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Decorators like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SpellCheckerDecorator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add spell-checking capabilities on top of the basic text-writing functionality without changing the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BasicEditor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class.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960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Example –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(Code)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1108" y="1954505"/>
            <a:ext cx="5136164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&lt;string&gt;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TextEditor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 Component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write(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words) =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~TextEditor()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BasicEditor :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TextEditor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 // Concrete Component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write(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words)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"Performing Basic Editor Functionality!"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6001341" y="1691367"/>
            <a:ext cx="6096000" cy="51706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EditorDecorator :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TextEditor</a:t>
            </a:r>
            <a:r>
              <a:rPr lang="en-US" sz="1000" dirty="0">
                <a:solidFill>
                  <a:srgbClr val="008000"/>
                </a:solidFill>
                <a:latin typeface="Consolas" panose="020B0609020204030204" pitchFamily="49" charset="0"/>
              </a:rPr>
              <a:t> // Decorator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EditorDecorator(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TextEditor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editor) : editor_(editor) {}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write(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words)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editor_-&gt;write(words);</a:t>
            </a:r>
            <a:r>
              <a:rPr lang="en-US" sz="1000" dirty="0">
                <a:solidFill>
                  <a:srgbClr val="008000"/>
                </a:solidFill>
                <a:latin typeface="Consolas" panose="020B0609020204030204" pitchFamily="49" charset="0"/>
              </a:rPr>
              <a:t> // Delegate to the component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protected: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TextEditor *editor_;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SpellCheckerDecorator :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EditorDecorator</a:t>
            </a:r>
            <a:r>
              <a:rPr lang="en-US" sz="1000" dirty="0">
                <a:solidFill>
                  <a:srgbClr val="008000"/>
                </a:solidFill>
                <a:latin typeface="Consolas" panose="020B0609020204030204" pitchFamily="49" charset="0"/>
              </a:rPr>
              <a:t> // Concrete Decorator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SpellCheckerDecorator(TextEditor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editor) : EditorDecorator(editor) {}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write(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words)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EditorDecorator::write(words);</a:t>
            </a:r>
            <a:r>
              <a:rPr lang="en-US" sz="1000" dirty="0">
                <a:solidFill>
                  <a:srgbClr val="008000"/>
                </a:solidFill>
                <a:latin typeface="Consolas" panose="020B0609020204030204" pitchFamily="49" charset="0"/>
              </a:rPr>
              <a:t> // Write text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spellCheck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(words);</a:t>
            </a:r>
            <a:r>
              <a:rPr lang="en-US" sz="10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// Add spell checking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spellCheck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words)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"Performing the spell checking here!!"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849888" y="2447866"/>
            <a:ext cx="0" cy="27999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27985" y="1907947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86865" y="2367040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742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Example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2 (Code)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7280" y="2246843"/>
            <a:ext cx="485218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TextEditor *editor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BasicEditor();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editor-&gt;write(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CSE-327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nAfter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performing Decorator wrapping:\n"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TextEditor *editor2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BasicEditor();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SpellCheckerDecorator 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spellChecker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SpellCheckerDecorator(editor2);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spellChecker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-&gt;write(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CSE-327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73217" y="2062177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59756" y="2708507"/>
            <a:ext cx="314265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1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Performing 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Editor Functionality!</a:t>
            </a:r>
          </a:p>
          <a:p>
            <a:endParaRPr lang="en-US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performing Decorator wrapping:</a:t>
            </a:r>
          </a:p>
          <a:p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Performing Basic Editor Functionality!</a:t>
            </a:r>
          </a:p>
          <a:p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Performing the spell checking here!!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730211" y="2378292"/>
            <a:ext cx="0" cy="27999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21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– 3 (Order Sandwich)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141" y="2247909"/>
            <a:ext cx="6165748" cy="2487727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we’re building a sandwich shop where the user has the ability to choose the base of the sandwich, then add sides and condiments onto it.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of the sandwich has a basic version, which uses regular bread and meat, where as the deluxe version uses organic bread and meat, along with cheese and lettuce in it.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choose the base, and selects the additional sides and condiments, the sandwich shop will return the total cost and the various ingredients that went into sandwich.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622" y="1921216"/>
            <a:ext cx="5673378" cy="314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0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–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(Code)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398149" y="1905722"/>
            <a:ext cx="523461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200" dirty="0" smtClean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"sandwichOrder.h"</a:t>
            </a:r>
            <a:endParaRPr 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BasicSandwich :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SandwichOrder</a:t>
            </a:r>
            <a:r>
              <a:rPr lang="en-US" sz="12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 // Concrete Component</a:t>
            </a:r>
            <a:endParaRPr 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cost = </a:t>
            </a:r>
            <a:r>
              <a:rPr lang="en-US" sz="1200" dirty="0" smtClean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GetCost()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cost;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string GetIngredient()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"Basic Bread and Meat"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7280" y="2024992"/>
            <a:ext cx="424997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2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&lt;string&gt;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Component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GetCost()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string GetIngredient()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0906" y="2104505"/>
            <a:ext cx="194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sandwichOrder.h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849888" y="2447866"/>
            <a:ext cx="0" cy="27999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209634" y="2786992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basicSandwich.h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8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– 3 (Code)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38647" y="2029530"/>
            <a:ext cx="568783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2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"sandwichOrder.h"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DeluxeSandwich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SandwichOrder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Concrete Component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cost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GetCost()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cost;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string GetIngredient()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"Organic Bread, Organic Meat, Cheese, veggie"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6957391" y="1951962"/>
            <a:ext cx="4777409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2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"sandwichOrder.h"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Decorator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SandwichOrder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Decorator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*order_;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Decorator(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order) : order_(order) {}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GetCost()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order_-&gt;GetCost();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string GetIngredient()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order_-&gt;GetIngredient();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499245" y="2547257"/>
            <a:ext cx="0" cy="27999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67790" y="2879758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deluxeSandwich.h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6104" y="1951962"/>
            <a:ext cx="131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decorator.h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645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– 3 (Code)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83096" y="1887647"/>
            <a:ext cx="561229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2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decorator.h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CondimentDecorator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Decorator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string condiment_;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cost_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CondimentDecorator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(string condiment,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order) : condiment_(condiment), Decorator(order) {}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GetCost()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cost_ + Decorator ::GetCost();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string GetIngredient()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condiment_ +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+ order_-&gt;GetIngredient();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9243" y="2806871"/>
            <a:ext cx="2388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condimentDecorator.h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36365" y="1887647"/>
            <a:ext cx="5830957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2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decorator.h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SideDecorator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Decorator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string side_;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cost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SideDecorator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(string side,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order) : side_(side), Decorator(order) {}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GetCost()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cost + Decorator::GetCost();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string GetIngredient()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side_ +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+ order_-&gt;GetIngredient();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67799" y="1887647"/>
            <a:ext cx="1734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sideDecorator.h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289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– 3 (Code)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8903" y="1944546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"condimentDecorator.h"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sideDecorator.h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deluxeSandwich.h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basicSandwich.h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ServeOrder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SandwichOrder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order)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std::cout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"Total Cost: 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order-&gt;GetCost() &lt;&lt; std::endl;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std::cout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"Ingredients: 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order-&gt;GetIngredient() &lt;&lt; std::endl;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SandwichOrder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*sandwich1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DeluxeSandwich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SandwichOrder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*decorated1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CondimentDecorator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"mayo"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sandwich1);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SandwichOrder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*decorated2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SideDecorator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"pickle"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decorated1);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SandwichOrder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*decorated3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CondimentDecorator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"mustard"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decorated2);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SandwichOrder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final_order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SideDecorator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"onion"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decorated3);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ServeOrder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final_order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6744" y="206655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84554" y="3765350"/>
            <a:ext cx="638695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1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Cost: 14</a:t>
            </a:r>
          </a:p>
          <a:p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Ingredients: onion mustard pickle mayo Organic Bread, Organic Meat, Cheese, veggie</a:t>
            </a:r>
          </a:p>
        </p:txBody>
      </p:sp>
    </p:spTree>
    <p:extLst>
      <p:ext uri="{BB962C8B-B14F-4D97-AF65-F5344CB8AC3E}">
        <p14:creationId xmlns:p14="http://schemas.microsoft.com/office/powerpoint/2010/main" val="314131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985</TotalTime>
  <Words>730</Words>
  <Application>Microsoft Office PowerPoint</Application>
  <PresentationFormat>Widescreen</PresentationFormat>
  <Paragraphs>293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Times New Roman</vt:lpstr>
      <vt:lpstr>Wingdings</vt:lpstr>
      <vt:lpstr>Retrospect</vt:lpstr>
      <vt:lpstr>CSE327  Software Engineering</vt:lpstr>
      <vt:lpstr>Decorator Design Pattern</vt:lpstr>
      <vt:lpstr>UML Diagram of Decorator Pattern</vt:lpstr>
      <vt:lpstr>Basic Example - 1</vt:lpstr>
      <vt:lpstr>Basic Example – 1 (Code)</vt:lpstr>
      <vt:lpstr>Basic Example – 1 (Code)</vt:lpstr>
      <vt:lpstr>Basic Example – 2</vt:lpstr>
      <vt:lpstr>Basic Example – 2 (Code)</vt:lpstr>
      <vt:lpstr>Basic Example – 2 (Code)</vt:lpstr>
      <vt:lpstr>Example – 3 (Order Sandwich)</vt:lpstr>
      <vt:lpstr>Example – 3 (Code)</vt:lpstr>
      <vt:lpstr>Example – 3 (Code)</vt:lpstr>
      <vt:lpstr>Example – 3 (Code)</vt:lpstr>
      <vt:lpstr>Example – 3 (Code)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CSE327  Software Engineering</dc:title>
  <dc:creator>A K M Iqtidar Newaz</dc:creator>
  <cp:lastModifiedBy>A K M Iqtidar Newaz</cp:lastModifiedBy>
  <cp:revision>58</cp:revision>
  <dcterms:created xsi:type="dcterms:W3CDTF">2024-09-23T05:24:39Z</dcterms:created>
  <dcterms:modified xsi:type="dcterms:W3CDTF">2025-02-17T01:40:09Z</dcterms:modified>
</cp:coreProperties>
</file>