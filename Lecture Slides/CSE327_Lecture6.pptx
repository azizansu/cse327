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5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2994C5-60B9-DF66-CB80-84C03640C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F111429-3A6E-2CC8-D94D-E420CE4DE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2E8A3-D7C5-FCF5-E813-884D795D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0D8303-7DDC-B389-3EA9-D1CE9452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01BEFC-B037-614D-BEA9-8608427B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2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2DD6DD-86F4-796F-D8B5-8D372C3A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2A4149-4FE5-6602-888F-5FF65084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7A740E-3F1C-6A75-7B38-C0E3E0B1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A65E24-B2F1-F87A-E7EC-7F967C26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DD4808-7D53-48CE-2C61-C981833C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43CA05-06A7-26A7-14EF-D9CB44FC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39AE65-79F8-3DDE-1943-B720EBF78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86FD76-04A7-4E7C-310B-B982FE01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DB1FA7-EC25-05CE-EC14-968A391A6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158E22-B2C0-A244-F987-B043CDDF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9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71DB6B-71BB-37F3-D1F0-C021ACB3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149DAC-B279-DEB6-0BC9-23FA8DA4B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E22962-A4D9-4C2C-25B9-85EBA7DC3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709CF3-7CE3-B46D-7631-2AD65BA3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61668D-0C80-2B90-1672-6C386358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97C34F-5FF1-5737-8F5C-3AECD010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C20E9D-3654-10F5-41AD-DBAEC5E6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0F51072-D574-D733-EF19-E1CFC6226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6C59B8-5DE7-43B2-0266-3306FC6CC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0C1003B-8903-152D-6797-6ABB8A231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1464F8-4383-959D-6A32-90B8FF747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5D4D8B4-894A-9440-A7BB-8E607291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C84F494-0FFA-BE09-D728-1C3287BB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B8167A4-693C-03AA-41E9-1AD25D23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2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08F880-8708-5D32-FFBE-760C85BE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8A9BCB8-5125-2080-5E52-AA66E482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5837424-5B8C-C34E-EB3C-438DD17E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90AE61-C905-30A5-77FA-7036AFEE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1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0C34AB5-ABCA-EDD6-98D4-E2B4E74F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F2AC172-76C9-74A5-8FE9-35DD6DAE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02EBE04-955E-2F17-6ED5-E0223015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4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FFE7A-F5F6-94DF-4C97-E27C020D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7DCC61-C6E3-2D70-9D1E-759DCC7A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2D8947-714A-6CE1-CF8E-A43CF5702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6DEF2A-1223-0961-E6FF-61E69C82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DBFEE2D-9534-EE2D-6A36-8F5618D2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9AA5A94-34C5-8435-44A9-AAE90E9E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C47C95-9DCA-AC7C-3F29-1705F265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94255EA-061F-5098-CB28-2A0F1BA04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D024684-30AF-48BD-4DE2-7DEDDAC0C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3669AF-B317-E0DC-334A-AF691FD4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3B2C902-81C4-220A-E217-5C377E4C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CE6E72-7200-03CF-A6F3-6003B3C5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1D6BA2-9923-CF85-464F-0F0E9770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616476B-C1FE-FF8F-3659-DFF33F482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83921E-A6DF-EFB8-DC20-7B534299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18FE41-B9AB-8AFD-B46C-5AD54959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312120-0A32-1C9A-8D70-C281F2F7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5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18B981E-A200-5283-6A3F-2A7ED3D85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510C6E-30ED-7C72-01FC-798B0E66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BB1E69-83EF-FCBB-E1BF-1096C022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4A8546-CFF9-4433-BB2C-80CEFE13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86E864-FF3E-1520-F7C8-99D94111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3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89D814C-C607-2AC9-4E0E-9C955E01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D54722-6CEB-F3BD-2B1D-AF3E83D5E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E5D9F6-D4A5-DA45-0F2B-A7434F010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F864A-DA11-4DA9-BD90-E3C214F8095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F9C55E-BE0D-4127-7DB4-1CACAB04E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D4B88B-2298-25CC-2CE7-CD94CC41B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A3246-A708-4FD5-A9EB-7C52D95AC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4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xmlns="" id="{879EECFE-814E-4B68-96A7-86A795BD22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xmlns="" id="{AF180F00-B4B2-4196-BB1C-ECD21B03F0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FCF822-DF46-A72E-B166-A986E694D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en-US" sz="8200" dirty="0"/>
              <a:t>Class Diagram and Sequence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1FECE2-4EF7-57EF-1EF1-13271AC0A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6" y="2573422"/>
            <a:ext cx="3565363" cy="2515936"/>
          </a:xfrm>
        </p:spPr>
        <p:txBody>
          <a:bodyPr anchor="ctr">
            <a:normAutofit/>
          </a:bodyPr>
          <a:lstStyle/>
          <a:p>
            <a:r>
              <a:rPr lang="en-US" dirty="0"/>
              <a:t>Lecture-6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- 6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BDF0D3DE-EC74-4C9F-AFA1-DC5CE5236B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40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F18EA5-3436-9A22-A44B-DD18FA10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Diagram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12CA8F-04F3-5248-74C7-B8687D8E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a Class Diagram?</a:t>
            </a:r>
          </a:p>
          <a:p>
            <a:pPr marL="0" indent="0" algn="just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class diagram is a static structure that is used in software engineering. A class diagram shows the classes, attributes, operations, and the relationship between them. This helps software engineers in developing the code for an application. </a:t>
            </a:r>
          </a:p>
          <a:p>
            <a:pPr marL="0" indent="0" algn="just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Components of Class Diagram:</a:t>
            </a:r>
          </a:p>
          <a:p>
            <a:pPr lvl="1"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Upper section: Contains the name of the class. </a:t>
            </a:r>
          </a:p>
          <a:p>
            <a:pPr lvl="1"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Middle section: Contains the attributes of the class. </a:t>
            </a:r>
          </a:p>
          <a:p>
            <a:pPr lvl="1"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 section: Includes class operations (methods). </a:t>
            </a:r>
          </a:p>
          <a:p>
            <a:pPr marL="457200" lvl="1" indent="0" algn="just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Displayed in list format, each operation takes up its own line. </a:t>
            </a:r>
          </a:p>
        </p:txBody>
      </p:sp>
      <p:pic>
        <p:nvPicPr>
          <p:cNvPr id="5" name="Picture 4" descr="A blue text with black text&#10;&#10;Description automatically generated">
            <a:extLst>
              <a:ext uri="{FF2B5EF4-FFF2-40B4-BE49-F238E27FC236}">
                <a16:creationId xmlns:a16="http://schemas.microsoft.com/office/drawing/2014/main" xmlns="" id="{56AA1F0D-64C9-75E5-2E79-FE333D15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360" y="4001294"/>
            <a:ext cx="2147943" cy="183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A77850-44C8-2E15-1F61-E181E613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388FEB-22C6-B4E5-8765-07C82F53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Member access modifiers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classes have different access levels depending on the access modifier (visibility). Here are the access levels with their corresponding symbols: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(+)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Private (-)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Protected (#)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 (~)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Static (underlined)</a:t>
            </a:r>
          </a:p>
          <a:p>
            <a:pPr marL="0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 between classes: </a:t>
            </a:r>
          </a:p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Inheritance: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The process of a child or sub-class taking on the functionality of </a:t>
            </a:r>
          </a:p>
          <a:p>
            <a:pPr marL="0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parent or superclass, also known as generalization.</a:t>
            </a:r>
          </a:p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Dependencies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Dependency shows that one class depends on another. Change in one class will create change in another class. For example, an employee is dependent on the organization. </a:t>
            </a:r>
          </a:p>
          <a:p>
            <a:pPr marL="0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79BBCD4-B154-8460-6EC6-5E533BBA7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393" y="3454473"/>
            <a:ext cx="2476972" cy="1659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CBFC21-7F6C-396E-5A3F-3D8CBBD68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71" y="5898567"/>
            <a:ext cx="3188563" cy="826665"/>
          </a:xfrm>
          <a:prstGeom prst="rect">
            <a:avLst/>
          </a:prstGeom>
        </p:spPr>
      </p:pic>
      <p:pic>
        <p:nvPicPr>
          <p:cNvPr id="8" name="Picture 7" descr="A blue text with black text&#10;&#10;Description automatically generated">
            <a:extLst>
              <a:ext uri="{FF2B5EF4-FFF2-40B4-BE49-F238E27FC236}">
                <a16:creationId xmlns:a16="http://schemas.microsoft.com/office/drawing/2014/main" xmlns="" id="{DDB2AB57-621E-F2DE-6FCA-5381237A8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270" y="2479430"/>
            <a:ext cx="1781519" cy="15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1B4EAF-8552-2A72-15DE-53FCD404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1F2904-694A-47E4-D809-9FE071DE7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13571" cy="503237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Association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Association shows a static relationship between two entities. The association between a student and school is “studies”.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Aggregation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 aggregation, 2 classes have a whole-part relationship. For example, if an employee does not come, the organization will remain there.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aggregation has another special type, called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composition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In composition, a class is strongly connected to another class that it will stop functioning without it. For example, if an organization closes, all employees will have to leave.</a:t>
            </a:r>
          </a:p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00F1574-3A7B-D0C0-2B21-179715A8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47" y="2437362"/>
            <a:ext cx="2618057" cy="739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35A40FF-84D4-B718-0883-5AC6BF241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046" y="4044456"/>
            <a:ext cx="2618057" cy="725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E4D9187-D14D-05B4-51BD-934FD3BB3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46" y="5709216"/>
            <a:ext cx="2618057" cy="7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5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bank account&#10;&#10;Description automatically generated">
            <a:extLst>
              <a:ext uri="{FF2B5EF4-FFF2-40B4-BE49-F238E27FC236}">
                <a16:creationId xmlns:a16="http://schemas.microsoft.com/office/drawing/2014/main" xmlns="" id="{D5CDB3A4-5D23-D87D-0046-56B3CAFF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11" y="515360"/>
            <a:ext cx="7172037" cy="5827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F4D5A44-8D2B-BBC3-3A5A-545B6EC4716C}"/>
              </a:ext>
            </a:extLst>
          </p:cNvPr>
          <p:cNvSpPr txBox="1"/>
          <p:nvPr/>
        </p:nvSpPr>
        <p:spPr>
          <a:xfrm>
            <a:off x="7848675" y="480060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Diagram Example: ATM</a:t>
            </a:r>
          </a:p>
        </p:txBody>
      </p:sp>
    </p:spTree>
    <p:extLst>
      <p:ext uri="{BB962C8B-B14F-4D97-AF65-F5344CB8AC3E}">
        <p14:creationId xmlns:p14="http://schemas.microsoft.com/office/powerpoint/2010/main" val="2027299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63181E-A045-0F90-694E-2328BC6C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1D704D-00DC-F892-90C9-7F8917D51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Sequence Diagram?</a:t>
            </a:r>
          </a:p>
          <a:p>
            <a:pPr marL="0" indent="0" algn="just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sequence diagram is a type of interaction diagram because it describes how and in what order a group of objects works together. These diagrams are used by software developers and business professionals to understand requirements for a new system or to document an existing process. Sequence diagrams are sometimes known as event diagrams or event scenarios.</a:t>
            </a:r>
          </a:p>
          <a:p>
            <a:pPr marL="0" indent="0" algn="just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16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DBE1C5-E239-0E21-A6C0-356C27D6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Basic Symbols and 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EAD62C2-D587-EEE2-D0DD-1B6C5450D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53761"/>
            <a:ext cx="4143375" cy="56630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2303458-8FFD-F9D4-EE55-4D3BFC9C3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535" y="918997"/>
            <a:ext cx="5656419" cy="56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7FE3BAA-EB18-D2FB-0E31-431E76007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0854"/>
            <a:ext cx="3829050" cy="5458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B4E3E98-2E63-935B-7CEC-E61FF6C3ACC9}"/>
              </a:ext>
            </a:extLst>
          </p:cNvPr>
          <p:cNvSpPr txBox="1"/>
          <p:nvPr/>
        </p:nvSpPr>
        <p:spPr>
          <a:xfrm>
            <a:off x="237499" y="396350"/>
            <a:ext cx="5501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 Diagram Example: </a:t>
            </a:r>
            <a:r>
              <a:rPr 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ATM Transaction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34B03C9-5DFF-63D4-3014-8A64A689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945" y="88552"/>
            <a:ext cx="6026460" cy="67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</TotalTime>
  <Words>340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Tahoma</vt:lpstr>
      <vt:lpstr>Times New Roman</vt:lpstr>
      <vt:lpstr>Office Theme</vt:lpstr>
      <vt:lpstr>Class Diagram and Sequence Diagram</vt:lpstr>
      <vt:lpstr>Class Diagram</vt:lpstr>
      <vt:lpstr>Class Interactions</vt:lpstr>
      <vt:lpstr>Class Interactions</vt:lpstr>
      <vt:lpstr>PowerPoint Presentation</vt:lpstr>
      <vt:lpstr>Sequence Diagram</vt:lpstr>
      <vt:lpstr>Basic Symbols and Components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Diagram and Sequence Diagram</dc:title>
  <dc:creator>A K M Iqtidar Newaz</dc:creator>
  <cp:lastModifiedBy>A K M Iqtidar Newaz</cp:lastModifiedBy>
  <cp:revision>9</cp:revision>
  <dcterms:created xsi:type="dcterms:W3CDTF">2023-08-09T19:10:00Z</dcterms:created>
  <dcterms:modified xsi:type="dcterms:W3CDTF">2025-01-31T11:01:18Z</dcterms:modified>
</cp:coreProperties>
</file>