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  <p:sldMasterId id="2147483661" r:id="rId2"/>
    <p:sldMasterId id="2147483674" r:id="rId3"/>
  </p:sldMasterIdLst>
  <p:notesMasterIdLst>
    <p:notesMasterId r:id="rId20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6" r:id="rId12"/>
    <p:sldId id="267" r:id="rId13"/>
    <p:sldId id="268" r:id="rId14"/>
    <p:sldId id="269" r:id="rId15"/>
    <p:sldId id="270" r:id="rId16"/>
    <p:sldId id="271" r:id="rId17"/>
    <p:sldId id="273" r:id="rId18"/>
    <p:sldId id="272" r:id="rId19"/>
  </p:sldIdLst>
  <p:sldSz cx="10080625" cy="7559675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1600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" Type="http://schemas.openxmlformats.org/officeDocument/2006/relationships/slideMaster" Target="slideMasters/slideMaster3.xml"/><Relationship Id="rId21" Type="http://schemas.openxmlformats.org/officeDocument/2006/relationships/presProps" Target="presProp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tableStyles" Target="tableStyle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theme" Target="theme/theme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52C5CF-46A0-45AC-AAB4-CC77CCC631D7}" type="datetimeFigureOut">
              <a:rPr lang="en-US" smtClean="0"/>
              <a:t>1/18/2025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5B59FC-3467-499F-BCB3-F3B1C0171F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38102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1B8FEB61-D0EF-4D35-BECD-F5A5FF15B660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504000" y="3168000"/>
            <a:ext cx="9071640" cy="1262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</a:pPr>
            <a:endParaRPr lang="en-US" sz="4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subTitle"/>
          </p:nvPr>
        </p:nvSpPr>
        <p:spPr>
          <a:xfrm>
            <a:off x="504000" y="4752000"/>
            <a:ext cx="8870040" cy="2016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A5554066-2744-4BA1-81AA-E7669C383522}" type="slidenum">
              <a:t>‹#›</a:t>
            </a:fld>
            <a:endParaRPr/>
          </a:p>
        </p:txBody>
      </p:sp>
      <p:sp>
        <p:nvSpPr>
          <p:cNvPr id="2" name="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504000" y="3168000"/>
            <a:ext cx="9071640" cy="1262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</a:pPr>
            <a:endParaRPr lang="en-US" sz="4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/>
          </p:nvPr>
        </p:nvSpPr>
        <p:spPr>
          <a:xfrm>
            <a:off x="504000" y="4752000"/>
            <a:ext cx="8870040" cy="2016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ctr">
              <a:spcAft>
                <a:spcPts val="1414"/>
              </a:spcAft>
              <a:buNone/>
            </a:pPr>
            <a:endParaRPr lang="en-US" sz="3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7C0393A2-1554-4036-BCE2-E9F5C108AF2E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504000" y="3168000"/>
            <a:ext cx="9071640" cy="1262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</a:pPr>
            <a:endParaRPr lang="en-US" sz="4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/>
          </p:nvPr>
        </p:nvSpPr>
        <p:spPr>
          <a:xfrm>
            <a:off x="504000" y="4752000"/>
            <a:ext cx="4328280" cy="2016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ctr">
              <a:spcAft>
                <a:spcPts val="1414"/>
              </a:spcAft>
              <a:buNone/>
            </a:pPr>
            <a:endParaRPr lang="en-US" sz="3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/>
          </p:nvPr>
        </p:nvSpPr>
        <p:spPr>
          <a:xfrm>
            <a:off x="5049000" y="4752000"/>
            <a:ext cx="4328280" cy="2016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ctr">
              <a:spcAft>
                <a:spcPts val="1414"/>
              </a:spcAft>
              <a:buNone/>
            </a:pPr>
            <a:endParaRPr lang="en-US" sz="3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8CC33075-945A-4B67-928A-B9D813D55C07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504000" y="3168000"/>
            <a:ext cx="9071640" cy="1262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</a:pPr>
            <a:endParaRPr lang="en-US" sz="4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97FF3EEB-744B-4380-8375-ACD059875181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subTitle"/>
          </p:nvPr>
        </p:nvSpPr>
        <p:spPr>
          <a:xfrm>
            <a:off x="504000" y="3168000"/>
            <a:ext cx="9071640" cy="5851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7C47971E-8F33-47F8-A489-9930F1D43B8E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504000" y="3168000"/>
            <a:ext cx="9071640" cy="1262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</a:pPr>
            <a:endParaRPr lang="en-US" sz="4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504000" y="4752000"/>
            <a:ext cx="4328280" cy="961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ctr">
              <a:spcAft>
                <a:spcPts val="1414"/>
              </a:spcAft>
              <a:buNone/>
            </a:pPr>
            <a:endParaRPr lang="en-US" sz="3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5049000" y="4752000"/>
            <a:ext cx="4328280" cy="2016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ctr">
              <a:spcAft>
                <a:spcPts val="1414"/>
              </a:spcAft>
              <a:buNone/>
            </a:pPr>
            <a:endParaRPr lang="en-US" sz="3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504000" y="5805360"/>
            <a:ext cx="4328280" cy="961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ctr">
              <a:spcAft>
                <a:spcPts val="1414"/>
              </a:spcAft>
              <a:buNone/>
            </a:pPr>
            <a:endParaRPr lang="en-US" sz="3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75DA1234-C966-4FFB-A556-5D8B32DF43E7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504000" y="3168000"/>
            <a:ext cx="9071640" cy="1262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</a:pPr>
            <a:endParaRPr lang="en-US" sz="4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504000" y="4752000"/>
            <a:ext cx="4328280" cy="2016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ctr">
              <a:spcAft>
                <a:spcPts val="1414"/>
              </a:spcAft>
              <a:buNone/>
            </a:pPr>
            <a:endParaRPr lang="en-US" sz="3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5049000" y="4752000"/>
            <a:ext cx="4328280" cy="961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ctr">
              <a:spcAft>
                <a:spcPts val="1414"/>
              </a:spcAft>
              <a:buNone/>
            </a:pPr>
            <a:endParaRPr lang="en-US" sz="3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5049000" y="5805360"/>
            <a:ext cx="4328280" cy="961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ctr">
              <a:spcAft>
                <a:spcPts val="1414"/>
              </a:spcAft>
              <a:buNone/>
            </a:pPr>
            <a:endParaRPr lang="en-US" sz="3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8A51DB1C-475F-448A-99C8-F842FE0A9666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504000" y="3168000"/>
            <a:ext cx="9071640" cy="1262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</a:pPr>
            <a:endParaRPr lang="en-US" sz="4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504000" y="4752000"/>
            <a:ext cx="4328280" cy="961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ctr">
              <a:spcAft>
                <a:spcPts val="1414"/>
              </a:spcAft>
              <a:buNone/>
            </a:pPr>
            <a:endParaRPr lang="en-US" sz="3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5049000" y="4752000"/>
            <a:ext cx="4328280" cy="961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ctr">
              <a:spcAft>
                <a:spcPts val="1414"/>
              </a:spcAft>
              <a:buNone/>
            </a:pPr>
            <a:endParaRPr lang="en-US" sz="3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504000" y="5805360"/>
            <a:ext cx="8870040" cy="961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ctr">
              <a:spcAft>
                <a:spcPts val="1414"/>
              </a:spcAft>
              <a:buNone/>
            </a:pPr>
            <a:endParaRPr lang="en-US" sz="3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CFA8AF6B-7C68-4394-B1A8-FB51B02A0D51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504000" y="3168000"/>
            <a:ext cx="9071640" cy="1262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</a:pPr>
            <a:endParaRPr lang="en-US" sz="4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504000" y="4752000"/>
            <a:ext cx="8870040" cy="961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ctr">
              <a:spcAft>
                <a:spcPts val="1414"/>
              </a:spcAft>
              <a:buNone/>
            </a:pPr>
            <a:endParaRPr lang="en-US" sz="3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504000" y="5805360"/>
            <a:ext cx="8870040" cy="961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ctr">
              <a:spcAft>
                <a:spcPts val="1414"/>
              </a:spcAft>
              <a:buNone/>
            </a:pPr>
            <a:endParaRPr lang="en-US" sz="3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770B6DF7-6C5C-4128-81CE-12F25D1D1E14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504000" y="3168000"/>
            <a:ext cx="9071640" cy="1262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</a:pPr>
            <a:endParaRPr lang="en-US" sz="4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/>
          </p:nvPr>
        </p:nvSpPr>
        <p:spPr>
          <a:xfrm>
            <a:off x="504000" y="4752000"/>
            <a:ext cx="4328280" cy="961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ctr">
              <a:spcAft>
                <a:spcPts val="1414"/>
              </a:spcAft>
              <a:buNone/>
            </a:pPr>
            <a:endParaRPr lang="en-US" sz="3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/>
          </p:nvPr>
        </p:nvSpPr>
        <p:spPr>
          <a:xfrm>
            <a:off x="5049000" y="4752000"/>
            <a:ext cx="4328280" cy="961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ctr">
              <a:spcAft>
                <a:spcPts val="1414"/>
              </a:spcAft>
              <a:buNone/>
            </a:pPr>
            <a:endParaRPr lang="en-US" sz="3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/>
          </p:nvPr>
        </p:nvSpPr>
        <p:spPr>
          <a:xfrm>
            <a:off x="504000" y="5805360"/>
            <a:ext cx="4328280" cy="961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ctr">
              <a:spcAft>
                <a:spcPts val="1414"/>
              </a:spcAft>
              <a:buNone/>
            </a:pPr>
            <a:endParaRPr lang="en-US" sz="3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/>
          </p:nvPr>
        </p:nvSpPr>
        <p:spPr>
          <a:xfrm>
            <a:off x="5049000" y="5805360"/>
            <a:ext cx="4328280" cy="961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ctr">
              <a:spcAft>
                <a:spcPts val="1414"/>
              </a:spcAft>
              <a:buNone/>
            </a:pPr>
            <a:endParaRPr lang="en-US" sz="3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01E97B22-D275-4543-AE5F-FC8A0B043F5D}" type="slidenum">
              <a:t>‹#›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504000" y="3168000"/>
            <a:ext cx="9071640" cy="1262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</a:pPr>
            <a:endParaRPr lang="en-US" sz="4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/>
          </p:nvPr>
        </p:nvSpPr>
        <p:spPr>
          <a:xfrm>
            <a:off x="504000" y="4752000"/>
            <a:ext cx="2855880" cy="961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ctr">
              <a:spcAft>
                <a:spcPts val="1414"/>
              </a:spcAft>
              <a:buNone/>
            </a:pPr>
            <a:endParaRPr lang="en-US" sz="3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/>
          </p:nvPr>
        </p:nvSpPr>
        <p:spPr>
          <a:xfrm>
            <a:off x="3503160" y="4752000"/>
            <a:ext cx="2855880" cy="961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ctr">
              <a:spcAft>
                <a:spcPts val="1414"/>
              </a:spcAft>
              <a:buNone/>
            </a:pPr>
            <a:endParaRPr lang="en-US" sz="3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/>
          </p:nvPr>
        </p:nvSpPr>
        <p:spPr>
          <a:xfrm>
            <a:off x="6501960" y="4752000"/>
            <a:ext cx="2855880" cy="961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ctr">
              <a:spcAft>
                <a:spcPts val="1414"/>
              </a:spcAft>
              <a:buNone/>
            </a:pPr>
            <a:endParaRPr lang="en-US" sz="3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" name="PlaceHolder 5"/>
          <p:cNvSpPr>
            <a:spLocks noGrp="1"/>
          </p:cNvSpPr>
          <p:nvPr>
            <p:ph/>
          </p:nvPr>
        </p:nvSpPr>
        <p:spPr>
          <a:xfrm>
            <a:off x="504000" y="5805360"/>
            <a:ext cx="2855880" cy="961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ctr">
              <a:spcAft>
                <a:spcPts val="1414"/>
              </a:spcAft>
              <a:buNone/>
            </a:pPr>
            <a:endParaRPr lang="en-US" sz="3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" name="PlaceHolder 6"/>
          <p:cNvSpPr>
            <a:spLocks noGrp="1"/>
          </p:cNvSpPr>
          <p:nvPr>
            <p:ph/>
          </p:nvPr>
        </p:nvSpPr>
        <p:spPr>
          <a:xfrm>
            <a:off x="3503160" y="5805360"/>
            <a:ext cx="2855880" cy="961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ctr">
              <a:spcAft>
                <a:spcPts val="1414"/>
              </a:spcAft>
              <a:buNone/>
            </a:pPr>
            <a:endParaRPr lang="en-US" sz="3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" name="PlaceHolder 7"/>
          <p:cNvSpPr>
            <a:spLocks noGrp="1"/>
          </p:cNvSpPr>
          <p:nvPr>
            <p:ph/>
          </p:nvPr>
        </p:nvSpPr>
        <p:spPr>
          <a:xfrm>
            <a:off x="6501960" y="5805360"/>
            <a:ext cx="2855880" cy="961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ctr">
              <a:spcAft>
                <a:spcPts val="1414"/>
              </a:spcAft>
              <a:buNone/>
            </a:pPr>
            <a:endParaRPr lang="en-US" sz="3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F348E050-E75E-465B-A613-F1F647C0F1E3}" type="slidenum">
              <a:t>‹#›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AF1554E6-A55F-4135-B0AA-BED1B7D621EE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504000" y="3168000"/>
            <a:ext cx="9071640" cy="1262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</a:pPr>
            <a:endParaRPr lang="en-US" sz="4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subTitle"/>
          </p:nvPr>
        </p:nvSpPr>
        <p:spPr>
          <a:xfrm>
            <a:off x="504000" y="4752000"/>
            <a:ext cx="8870040" cy="2016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E534C879-5CD9-4351-AC6C-38B43B3B5A23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504000" y="3168000"/>
            <a:ext cx="9071640" cy="1262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</a:pPr>
            <a:endParaRPr lang="en-US" sz="4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504000" y="4752000"/>
            <a:ext cx="8870040" cy="2016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ctr">
              <a:spcAft>
                <a:spcPts val="1414"/>
              </a:spcAft>
              <a:buNone/>
            </a:pPr>
            <a:endParaRPr lang="en-US" sz="3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90C9C8ED-6D41-4C4E-A889-8C5D6572F09F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504000" y="3168000"/>
            <a:ext cx="9071640" cy="1262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</a:pPr>
            <a:endParaRPr lang="en-US" sz="4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/>
          </p:nvPr>
        </p:nvSpPr>
        <p:spPr>
          <a:xfrm>
            <a:off x="504000" y="4752000"/>
            <a:ext cx="4328280" cy="2016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ctr">
              <a:spcAft>
                <a:spcPts val="1414"/>
              </a:spcAft>
              <a:buNone/>
            </a:pPr>
            <a:endParaRPr lang="en-US" sz="3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/>
          </p:nvPr>
        </p:nvSpPr>
        <p:spPr>
          <a:xfrm>
            <a:off x="5049000" y="4752000"/>
            <a:ext cx="4328280" cy="2016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ctr">
              <a:spcAft>
                <a:spcPts val="1414"/>
              </a:spcAft>
              <a:buNone/>
            </a:pPr>
            <a:endParaRPr lang="en-US" sz="3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2F695E25-9A15-4C40-BF18-378801691257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504000" y="3168000"/>
            <a:ext cx="9071640" cy="1262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</a:pPr>
            <a:endParaRPr lang="en-US" sz="4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0E682D80-77F9-464F-B306-61CA223BE27F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subTitle"/>
          </p:nvPr>
        </p:nvSpPr>
        <p:spPr>
          <a:xfrm>
            <a:off x="504000" y="3168000"/>
            <a:ext cx="9071640" cy="5851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D6B05DDD-AA42-4331-85B0-0BE1000AD534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504000" y="3168000"/>
            <a:ext cx="9071640" cy="1262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</a:pPr>
            <a:endParaRPr lang="en-US" sz="4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/>
          </p:nvPr>
        </p:nvSpPr>
        <p:spPr>
          <a:xfrm>
            <a:off x="504000" y="4752000"/>
            <a:ext cx="4328280" cy="961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ctr">
              <a:spcAft>
                <a:spcPts val="1414"/>
              </a:spcAft>
              <a:buNone/>
            </a:pPr>
            <a:endParaRPr lang="en-US" sz="3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/>
          </p:nvPr>
        </p:nvSpPr>
        <p:spPr>
          <a:xfrm>
            <a:off x="5049000" y="4752000"/>
            <a:ext cx="4328280" cy="2016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ctr">
              <a:spcAft>
                <a:spcPts val="1414"/>
              </a:spcAft>
              <a:buNone/>
            </a:pPr>
            <a:endParaRPr lang="en-US" sz="3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/>
          </p:nvPr>
        </p:nvSpPr>
        <p:spPr>
          <a:xfrm>
            <a:off x="504000" y="5805360"/>
            <a:ext cx="4328280" cy="961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ctr">
              <a:spcAft>
                <a:spcPts val="1414"/>
              </a:spcAft>
              <a:buNone/>
            </a:pPr>
            <a:endParaRPr lang="en-US" sz="3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4922E065-D9C2-4DBB-A3D2-1E0370B7719C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504000" y="3168000"/>
            <a:ext cx="9071640" cy="1262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</a:pPr>
            <a:endParaRPr lang="en-US" sz="4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/>
          </p:nvPr>
        </p:nvSpPr>
        <p:spPr>
          <a:xfrm>
            <a:off x="504000" y="4752000"/>
            <a:ext cx="4328280" cy="2016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ctr">
              <a:spcAft>
                <a:spcPts val="1414"/>
              </a:spcAft>
              <a:buNone/>
            </a:pPr>
            <a:endParaRPr lang="en-US" sz="3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/>
          </p:nvPr>
        </p:nvSpPr>
        <p:spPr>
          <a:xfrm>
            <a:off x="5049000" y="4752000"/>
            <a:ext cx="4328280" cy="961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ctr">
              <a:spcAft>
                <a:spcPts val="1414"/>
              </a:spcAft>
              <a:buNone/>
            </a:pPr>
            <a:endParaRPr lang="en-US" sz="3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/>
          </p:nvPr>
        </p:nvSpPr>
        <p:spPr>
          <a:xfrm>
            <a:off x="5049000" y="5805360"/>
            <a:ext cx="4328280" cy="961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ctr">
              <a:spcAft>
                <a:spcPts val="1414"/>
              </a:spcAft>
              <a:buNone/>
            </a:pPr>
            <a:endParaRPr lang="en-US" sz="3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2BD96FA7-3DC7-43FF-B623-CA8F0DF4CC07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504000" y="3168000"/>
            <a:ext cx="9071640" cy="1262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</a:pPr>
            <a:endParaRPr lang="en-US" sz="4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/>
          </p:nvPr>
        </p:nvSpPr>
        <p:spPr>
          <a:xfrm>
            <a:off x="504000" y="4752000"/>
            <a:ext cx="4328280" cy="961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ctr">
              <a:spcAft>
                <a:spcPts val="1414"/>
              </a:spcAft>
              <a:buNone/>
            </a:pPr>
            <a:endParaRPr lang="en-US" sz="3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" name="PlaceHolder 3"/>
          <p:cNvSpPr>
            <a:spLocks noGrp="1"/>
          </p:cNvSpPr>
          <p:nvPr>
            <p:ph/>
          </p:nvPr>
        </p:nvSpPr>
        <p:spPr>
          <a:xfrm>
            <a:off x="5049000" y="4752000"/>
            <a:ext cx="4328280" cy="961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ctr">
              <a:spcAft>
                <a:spcPts val="1414"/>
              </a:spcAft>
              <a:buNone/>
            </a:pPr>
            <a:endParaRPr lang="en-US" sz="3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" name="PlaceHolder 4"/>
          <p:cNvSpPr>
            <a:spLocks noGrp="1"/>
          </p:cNvSpPr>
          <p:nvPr>
            <p:ph/>
          </p:nvPr>
        </p:nvSpPr>
        <p:spPr>
          <a:xfrm>
            <a:off x="504000" y="5805360"/>
            <a:ext cx="8870040" cy="961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ctr">
              <a:spcAft>
                <a:spcPts val="1414"/>
              </a:spcAft>
              <a:buNone/>
            </a:pPr>
            <a:endParaRPr lang="en-US" sz="3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E3729607-95B1-4253-8E33-D3A4C9A82F64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504000" y="3168000"/>
            <a:ext cx="9071640" cy="1262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</a:pPr>
            <a:endParaRPr lang="en-US" sz="4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/>
          </p:nvPr>
        </p:nvSpPr>
        <p:spPr>
          <a:xfrm>
            <a:off x="504000" y="4752000"/>
            <a:ext cx="8870040" cy="961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ctr">
              <a:spcAft>
                <a:spcPts val="1414"/>
              </a:spcAft>
              <a:buNone/>
            </a:pPr>
            <a:endParaRPr lang="en-US" sz="3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/>
          </p:nvPr>
        </p:nvSpPr>
        <p:spPr>
          <a:xfrm>
            <a:off x="504000" y="5805360"/>
            <a:ext cx="8870040" cy="961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ctr">
              <a:spcAft>
                <a:spcPts val="1414"/>
              </a:spcAft>
              <a:buNone/>
            </a:pPr>
            <a:endParaRPr lang="en-US" sz="3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E202A3DF-8239-476B-8783-DBA8BC2949B5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504000" y="3168000"/>
            <a:ext cx="9071640" cy="1262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</a:pPr>
            <a:endParaRPr lang="en-US" sz="4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/>
          </p:nvPr>
        </p:nvSpPr>
        <p:spPr>
          <a:xfrm>
            <a:off x="504000" y="4752000"/>
            <a:ext cx="4328280" cy="961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ctr">
              <a:spcAft>
                <a:spcPts val="1414"/>
              </a:spcAft>
              <a:buNone/>
            </a:pPr>
            <a:endParaRPr lang="en-US" sz="3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4" name="PlaceHolder 3"/>
          <p:cNvSpPr>
            <a:spLocks noGrp="1"/>
          </p:cNvSpPr>
          <p:nvPr>
            <p:ph/>
          </p:nvPr>
        </p:nvSpPr>
        <p:spPr>
          <a:xfrm>
            <a:off x="5049000" y="4752000"/>
            <a:ext cx="4328280" cy="961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ctr">
              <a:spcAft>
                <a:spcPts val="1414"/>
              </a:spcAft>
              <a:buNone/>
            </a:pPr>
            <a:endParaRPr lang="en-US" sz="3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5" name="PlaceHolder 4"/>
          <p:cNvSpPr>
            <a:spLocks noGrp="1"/>
          </p:cNvSpPr>
          <p:nvPr>
            <p:ph/>
          </p:nvPr>
        </p:nvSpPr>
        <p:spPr>
          <a:xfrm>
            <a:off x="504000" y="5805360"/>
            <a:ext cx="4328280" cy="961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ctr">
              <a:spcAft>
                <a:spcPts val="1414"/>
              </a:spcAft>
              <a:buNone/>
            </a:pPr>
            <a:endParaRPr lang="en-US" sz="3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6" name="PlaceHolder 5"/>
          <p:cNvSpPr>
            <a:spLocks noGrp="1"/>
          </p:cNvSpPr>
          <p:nvPr>
            <p:ph/>
          </p:nvPr>
        </p:nvSpPr>
        <p:spPr>
          <a:xfrm>
            <a:off x="5049000" y="5805360"/>
            <a:ext cx="4328280" cy="961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ctr">
              <a:spcAft>
                <a:spcPts val="1414"/>
              </a:spcAft>
              <a:buNone/>
            </a:pPr>
            <a:endParaRPr lang="en-US" sz="3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30673974-7148-43CB-9305-61E6196E5057}" type="slidenum">
              <a:t>‹#›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504000" y="3168000"/>
            <a:ext cx="9071640" cy="1262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</a:pPr>
            <a:endParaRPr lang="en-US" sz="4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8" name="PlaceHolder 2"/>
          <p:cNvSpPr>
            <a:spLocks noGrp="1"/>
          </p:cNvSpPr>
          <p:nvPr>
            <p:ph/>
          </p:nvPr>
        </p:nvSpPr>
        <p:spPr>
          <a:xfrm>
            <a:off x="504000" y="4752000"/>
            <a:ext cx="2855880" cy="961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ctr">
              <a:spcAft>
                <a:spcPts val="1414"/>
              </a:spcAft>
              <a:buNone/>
            </a:pPr>
            <a:endParaRPr lang="en-US" sz="3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9" name="PlaceHolder 3"/>
          <p:cNvSpPr>
            <a:spLocks noGrp="1"/>
          </p:cNvSpPr>
          <p:nvPr>
            <p:ph/>
          </p:nvPr>
        </p:nvSpPr>
        <p:spPr>
          <a:xfrm>
            <a:off x="3503160" y="4752000"/>
            <a:ext cx="2855880" cy="961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ctr">
              <a:spcAft>
                <a:spcPts val="1414"/>
              </a:spcAft>
              <a:buNone/>
            </a:pPr>
            <a:endParaRPr lang="en-US" sz="3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0" name="PlaceHolder 4"/>
          <p:cNvSpPr>
            <a:spLocks noGrp="1"/>
          </p:cNvSpPr>
          <p:nvPr>
            <p:ph/>
          </p:nvPr>
        </p:nvSpPr>
        <p:spPr>
          <a:xfrm>
            <a:off x="6501960" y="4752000"/>
            <a:ext cx="2855880" cy="961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ctr">
              <a:spcAft>
                <a:spcPts val="1414"/>
              </a:spcAft>
              <a:buNone/>
            </a:pPr>
            <a:endParaRPr lang="en-US" sz="3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1" name="PlaceHolder 5"/>
          <p:cNvSpPr>
            <a:spLocks noGrp="1"/>
          </p:cNvSpPr>
          <p:nvPr>
            <p:ph/>
          </p:nvPr>
        </p:nvSpPr>
        <p:spPr>
          <a:xfrm>
            <a:off x="504000" y="5805360"/>
            <a:ext cx="2855880" cy="961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ctr">
              <a:spcAft>
                <a:spcPts val="1414"/>
              </a:spcAft>
              <a:buNone/>
            </a:pPr>
            <a:endParaRPr lang="en-US" sz="3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2" name="PlaceHolder 6"/>
          <p:cNvSpPr>
            <a:spLocks noGrp="1"/>
          </p:cNvSpPr>
          <p:nvPr>
            <p:ph/>
          </p:nvPr>
        </p:nvSpPr>
        <p:spPr>
          <a:xfrm>
            <a:off x="3503160" y="5805360"/>
            <a:ext cx="2855880" cy="961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ctr">
              <a:spcAft>
                <a:spcPts val="1414"/>
              </a:spcAft>
              <a:buNone/>
            </a:pPr>
            <a:endParaRPr lang="en-US" sz="3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3" name="PlaceHolder 7"/>
          <p:cNvSpPr>
            <a:spLocks noGrp="1"/>
          </p:cNvSpPr>
          <p:nvPr>
            <p:ph/>
          </p:nvPr>
        </p:nvSpPr>
        <p:spPr>
          <a:xfrm>
            <a:off x="6501960" y="5805360"/>
            <a:ext cx="2855880" cy="961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ctr">
              <a:spcAft>
                <a:spcPts val="1414"/>
              </a:spcAft>
              <a:buNone/>
            </a:pPr>
            <a:endParaRPr lang="en-US" sz="3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F67D073D-5547-4123-87BE-964A1342F3A2}" type="slidenum">
              <a:t>‹#›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1888CD34-743E-4368-A809-109EBE9FE522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504000" y="3168000"/>
            <a:ext cx="9071640" cy="1262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</a:pPr>
            <a:endParaRPr lang="en-US" sz="4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1" name="PlaceHolder 2"/>
          <p:cNvSpPr>
            <a:spLocks noGrp="1"/>
          </p:cNvSpPr>
          <p:nvPr>
            <p:ph type="subTitle"/>
          </p:nvPr>
        </p:nvSpPr>
        <p:spPr>
          <a:xfrm>
            <a:off x="504000" y="4752000"/>
            <a:ext cx="8870040" cy="2016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8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6EA98FA4-38C8-4F0E-AE88-BDE5A6AFA17B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7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504000" y="3168000"/>
            <a:ext cx="9071640" cy="1262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</a:pPr>
            <a:endParaRPr lang="en-US" sz="4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/>
          </p:nvPr>
        </p:nvSpPr>
        <p:spPr>
          <a:xfrm>
            <a:off x="504000" y="4752000"/>
            <a:ext cx="8870040" cy="2016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ctr">
              <a:spcAft>
                <a:spcPts val="1414"/>
              </a:spcAft>
              <a:buNone/>
            </a:pPr>
            <a:endParaRPr lang="en-US" sz="3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8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A4630755-5F4D-4AD1-9189-08E9A4A7708F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7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504000" y="3168000"/>
            <a:ext cx="9071640" cy="1262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</a:pPr>
            <a:endParaRPr lang="en-US" sz="4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/>
          </p:nvPr>
        </p:nvSpPr>
        <p:spPr>
          <a:xfrm>
            <a:off x="504000" y="4752000"/>
            <a:ext cx="4328280" cy="2016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ctr">
              <a:spcAft>
                <a:spcPts val="1414"/>
              </a:spcAft>
              <a:buNone/>
            </a:pPr>
            <a:endParaRPr lang="en-US" sz="3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6" name="PlaceHolder 3"/>
          <p:cNvSpPr>
            <a:spLocks noGrp="1"/>
          </p:cNvSpPr>
          <p:nvPr>
            <p:ph/>
          </p:nvPr>
        </p:nvSpPr>
        <p:spPr>
          <a:xfrm>
            <a:off x="5049000" y="4752000"/>
            <a:ext cx="4328280" cy="2016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ctr">
              <a:spcAft>
                <a:spcPts val="1414"/>
              </a:spcAft>
              <a:buNone/>
            </a:pPr>
            <a:endParaRPr lang="en-US" sz="3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8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BE7DD86B-5EC3-4621-9741-EABC70A975C2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7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504000" y="3168000"/>
            <a:ext cx="9071640" cy="1262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</a:pPr>
            <a:endParaRPr lang="en-US" sz="4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8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FB46A903-8F46-4C3E-A3CA-E073D96207B2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7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subTitle"/>
          </p:nvPr>
        </p:nvSpPr>
        <p:spPr>
          <a:xfrm>
            <a:off x="504000" y="3168000"/>
            <a:ext cx="9071640" cy="5851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8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D373D21D-FBEA-4AC0-BA01-A9FA3D53E875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7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504000" y="3168000"/>
            <a:ext cx="9071640" cy="1262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</a:pPr>
            <a:endParaRPr lang="en-US" sz="4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/>
          </p:nvPr>
        </p:nvSpPr>
        <p:spPr>
          <a:xfrm>
            <a:off x="504000" y="4752000"/>
            <a:ext cx="4328280" cy="961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ctr">
              <a:spcAft>
                <a:spcPts val="1414"/>
              </a:spcAft>
              <a:buNone/>
            </a:pPr>
            <a:endParaRPr lang="en-US" sz="3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1" name="PlaceHolder 3"/>
          <p:cNvSpPr>
            <a:spLocks noGrp="1"/>
          </p:cNvSpPr>
          <p:nvPr>
            <p:ph/>
          </p:nvPr>
        </p:nvSpPr>
        <p:spPr>
          <a:xfrm>
            <a:off x="5049000" y="4752000"/>
            <a:ext cx="4328280" cy="2016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ctr">
              <a:spcAft>
                <a:spcPts val="1414"/>
              </a:spcAft>
              <a:buNone/>
            </a:pPr>
            <a:endParaRPr lang="en-US" sz="3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2" name="PlaceHolder 4"/>
          <p:cNvSpPr>
            <a:spLocks noGrp="1"/>
          </p:cNvSpPr>
          <p:nvPr>
            <p:ph/>
          </p:nvPr>
        </p:nvSpPr>
        <p:spPr>
          <a:xfrm>
            <a:off x="504000" y="5805360"/>
            <a:ext cx="4328280" cy="961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ctr">
              <a:spcAft>
                <a:spcPts val="1414"/>
              </a:spcAft>
              <a:buNone/>
            </a:pPr>
            <a:endParaRPr lang="en-US" sz="3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8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BB2DFA4C-8F24-465E-BC92-7EEDE569ACD1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7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504000" y="3168000"/>
            <a:ext cx="9071640" cy="1262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</a:pPr>
            <a:endParaRPr lang="en-US" sz="4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4" name="PlaceHolder 2"/>
          <p:cNvSpPr>
            <a:spLocks noGrp="1"/>
          </p:cNvSpPr>
          <p:nvPr>
            <p:ph/>
          </p:nvPr>
        </p:nvSpPr>
        <p:spPr>
          <a:xfrm>
            <a:off x="504000" y="4752000"/>
            <a:ext cx="4328280" cy="2016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ctr">
              <a:spcAft>
                <a:spcPts val="1414"/>
              </a:spcAft>
              <a:buNone/>
            </a:pPr>
            <a:endParaRPr lang="en-US" sz="3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5" name="PlaceHolder 3"/>
          <p:cNvSpPr>
            <a:spLocks noGrp="1"/>
          </p:cNvSpPr>
          <p:nvPr>
            <p:ph/>
          </p:nvPr>
        </p:nvSpPr>
        <p:spPr>
          <a:xfrm>
            <a:off x="5049000" y="4752000"/>
            <a:ext cx="4328280" cy="961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ctr">
              <a:spcAft>
                <a:spcPts val="1414"/>
              </a:spcAft>
              <a:buNone/>
            </a:pPr>
            <a:endParaRPr lang="en-US" sz="3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6" name="PlaceHolder 4"/>
          <p:cNvSpPr>
            <a:spLocks noGrp="1"/>
          </p:cNvSpPr>
          <p:nvPr>
            <p:ph/>
          </p:nvPr>
        </p:nvSpPr>
        <p:spPr>
          <a:xfrm>
            <a:off x="5049000" y="5805360"/>
            <a:ext cx="4328280" cy="961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ctr">
              <a:spcAft>
                <a:spcPts val="1414"/>
              </a:spcAft>
              <a:buNone/>
            </a:pPr>
            <a:endParaRPr lang="en-US" sz="3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8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AED0069C-CDAE-44E0-8D11-DA5A13EAFEA3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7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504000" y="3168000"/>
            <a:ext cx="9071640" cy="1262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</a:pPr>
            <a:endParaRPr lang="en-US" sz="4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8" name="PlaceHolder 2"/>
          <p:cNvSpPr>
            <a:spLocks noGrp="1"/>
          </p:cNvSpPr>
          <p:nvPr>
            <p:ph/>
          </p:nvPr>
        </p:nvSpPr>
        <p:spPr>
          <a:xfrm>
            <a:off x="504000" y="4752000"/>
            <a:ext cx="4328280" cy="961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ctr">
              <a:spcAft>
                <a:spcPts val="1414"/>
              </a:spcAft>
              <a:buNone/>
            </a:pPr>
            <a:endParaRPr lang="en-US" sz="3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9" name="PlaceHolder 3"/>
          <p:cNvSpPr>
            <a:spLocks noGrp="1"/>
          </p:cNvSpPr>
          <p:nvPr>
            <p:ph/>
          </p:nvPr>
        </p:nvSpPr>
        <p:spPr>
          <a:xfrm>
            <a:off x="5049000" y="4752000"/>
            <a:ext cx="4328280" cy="961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ctr">
              <a:spcAft>
                <a:spcPts val="1414"/>
              </a:spcAft>
              <a:buNone/>
            </a:pPr>
            <a:endParaRPr lang="en-US" sz="3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0" name="PlaceHolder 4"/>
          <p:cNvSpPr>
            <a:spLocks noGrp="1"/>
          </p:cNvSpPr>
          <p:nvPr>
            <p:ph/>
          </p:nvPr>
        </p:nvSpPr>
        <p:spPr>
          <a:xfrm>
            <a:off x="504000" y="5805360"/>
            <a:ext cx="8870040" cy="961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ctr">
              <a:spcAft>
                <a:spcPts val="1414"/>
              </a:spcAft>
              <a:buNone/>
            </a:pPr>
            <a:endParaRPr lang="en-US" sz="3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8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2EAD0FD1-36DC-4D74-AC22-13EE60E0DDE9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7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504000" y="3168000"/>
            <a:ext cx="9071640" cy="1262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</a:pPr>
            <a:endParaRPr lang="en-US" sz="4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/>
          </p:nvPr>
        </p:nvSpPr>
        <p:spPr>
          <a:xfrm>
            <a:off x="504000" y="4752000"/>
            <a:ext cx="8870040" cy="961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ctr">
              <a:spcAft>
                <a:spcPts val="1414"/>
              </a:spcAft>
              <a:buNone/>
            </a:pPr>
            <a:endParaRPr lang="en-US" sz="3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3" name="PlaceHolder 3"/>
          <p:cNvSpPr>
            <a:spLocks noGrp="1"/>
          </p:cNvSpPr>
          <p:nvPr>
            <p:ph/>
          </p:nvPr>
        </p:nvSpPr>
        <p:spPr>
          <a:xfrm>
            <a:off x="504000" y="5805360"/>
            <a:ext cx="8870040" cy="961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ctr">
              <a:spcAft>
                <a:spcPts val="1414"/>
              </a:spcAft>
              <a:buNone/>
            </a:pPr>
            <a:endParaRPr lang="en-US" sz="3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8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7A5FB028-7777-422B-8258-A3BDB2D7D421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7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504000" y="3168000"/>
            <a:ext cx="9071640" cy="1262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</a:pPr>
            <a:endParaRPr lang="en-US" sz="4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5" name="PlaceHolder 2"/>
          <p:cNvSpPr>
            <a:spLocks noGrp="1"/>
          </p:cNvSpPr>
          <p:nvPr>
            <p:ph/>
          </p:nvPr>
        </p:nvSpPr>
        <p:spPr>
          <a:xfrm>
            <a:off x="504000" y="4752000"/>
            <a:ext cx="4328280" cy="961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ctr">
              <a:spcAft>
                <a:spcPts val="1414"/>
              </a:spcAft>
              <a:buNone/>
            </a:pPr>
            <a:endParaRPr lang="en-US" sz="3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6" name="PlaceHolder 3"/>
          <p:cNvSpPr>
            <a:spLocks noGrp="1"/>
          </p:cNvSpPr>
          <p:nvPr>
            <p:ph/>
          </p:nvPr>
        </p:nvSpPr>
        <p:spPr>
          <a:xfrm>
            <a:off x="5049000" y="4752000"/>
            <a:ext cx="4328280" cy="961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ctr">
              <a:spcAft>
                <a:spcPts val="1414"/>
              </a:spcAft>
              <a:buNone/>
            </a:pPr>
            <a:endParaRPr lang="en-US" sz="3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7" name="PlaceHolder 4"/>
          <p:cNvSpPr>
            <a:spLocks noGrp="1"/>
          </p:cNvSpPr>
          <p:nvPr>
            <p:ph/>
          </p:nvPr>
        </p:nvSpPr>
        <p:spPr>
          <a:xfrm>
            <a:off x="504000" y="5805360"/>
            <a:ext cx="4328280" cy="961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ctr">
              <a:spcAft>
                <a:spcPts val="1414"/>
              </a:spcAft>
              <a:buNone/>
            </a:pPr>
            <a:endParaRPr lang="en-US" sz="3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8" name="PlaceHolder 5"/>
          <p:cNvSpPr>
            <a:spLocks noGrp="1"/>
          </p:cNvSpPr>
          <p:nvPr>
            <p:ph/>
          </p:nvPr>
        </p:nvSpPr>
        <p:spPr>
          <a:xfrm>
            <a:off x="5049000" y="5805360"/>
            <a:ext cx="4328280" cy="961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ctr">
              <a:spcAft>
                <a:spcPts val="1414"/>
              </a:spcAft>
              <a:buNone/>
            </a:pPr>
            <a:endParaRPr lang="en-US" sz="3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8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6EB00FFC-28D0-46E6-BDBA-CF374A2CDA54}" type="slidenum">
              <a:t>‹#›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7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 type="title"/>
          </p:nvPr>
        </p:nvSpPr>
        <p:spPr>
          <a:xfrm>
            <a:off x="504000" y="3168000"/>
            <a:ext cx="9071640" cy="1262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</a:pPr>
            <a:endParaRPr lang="en-US" sz="4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0" name="PlaceHolder 2"/>
          <p:cNvSpPr>
            <a:spLocks noGrp="1"/>
          </p:cNvSpPr>
          <p:nvPr>
            <p:ph/>
          </p:nvPr>
        </p:nvSpPr>
        <p:spPr>
          <a:xfrm>
            <a:off x="504000" y="4752000"/>
            <a:ext cx="2855880" cy="961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ctr">
              <a:spcAft>
                <a:spcPts val="1414"/>
              </a:spcAft>
              <a:buNone/>
            </a:pPr>
            <a:endParaRPr lang="en-US" sz="3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1" name="PlaceHolder 3"/>
          <p:cNvSpPr>
            <a:spLocks noGrp="1"/>
          </p:cNvSpPr>
          <p:nvPr>
            <p:ph/>
          </p:nvPr>
        </p:nvSpPr>
        <p:spPr>
          <a:xfrm>
            <a:off x="3503160" y="4752000"/>
            <a:ext cx="2855880" cy="961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ctr">
              <a:spcAft>
                <a:spcPts val="1414"/>
              </a:spcAft>
              <a:buNone/>
            </a:pPr>
            <a:endParaRPr lang="en-US" sz="3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2" name="PlaceHolder 4"/>
          <p:cNvSpPr>
            <a:spLocks noGrp="1"/>
          </p:cNvSpPr>
          <p:nvPr>
            <p:ph/>
          </p:nvPr>
        </p:nvSpPr>
        <p:spPr>
          <a:xfrm>
            <a:off x="6501960" y="4752000"/>
            <a:ext cx="2855880" cy="961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ctr">
              <a:spcAft>
                <a:spcPts val="1414"/>
              </a:spcAft>
              <a:buNone/>
            </a:pPr>
            <a:endParaRPr lang="en-US" sz="3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3" name="PlaceHolder 5"/>
          <p:cNvSpPr>
            <a:spLocks noGrp="1"/>
          </p:cNvSpPr>
          <p:nvPr>
            <p:ph/>
          </p:nvPr>
        </p:nvSpPr>
        <p:spPr>
          <a:xfrm>
            <a:off x="504000" y="5805360"/>
            <a:ext cx="2855880" cy="961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ctr">
              <a:spcAft>
                <a:spcPts val="1414"/>
              </a:spcAft>
              <a:buNone/>
            </a:pPr>
            <a:endParaRPr lang="en-US" sz="3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4" name="PlaceHolder 6"/>
          <p:cNvSpPr>
            <a:spLocks noGrp="1"/>
          </p:cNvSpPr>
          <p:nvPr>
            <p:ph/>
          </p:nvPr>
        </p:nvSpPr>
        <p:spPr>
          <a:xfrm>
            <a:off x="3503160" y="5805360"/>
            <a:ext cx="2855880" cy="961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ctr">
              <a:spcAft>
                <a:spcPts val="1414"/>
              </a:spcAft>
              <a:buNone/>
            </a:pPr>
            <a:endParaRPr lang="en-US" sz="3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5" name="PlaceHolder 7"/>
          <p:cNvSpPr>
            <a:spLocks noGrp="1"/>
          </p:cNvSpPr>
          <p:nvPr>
            <p:ph/>
          </p:nvPr>
        </p:nvSpPr>
        <p:spPr>
          <a:xfrm>
            <a:off x="6501960" y="5805360"/>
            <a:ext cx="2855880" cy="961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ctr">
              <a:spcAft>
                <a:spcPts val="1414"/>
              </a:spcAft>
              <a:buNone/>
            </a:pPr>
            <a:endParaRPr lang="en-US" sz="3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8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D996F9F4-0D98-456D-8CAD-EEC7FFA1521B}" type="slidenum">
              <a:t>‹#›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7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2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/>
          <p:nvPr/>
        </p:nvPicPr>
        <p:blipFill>
          <a:blip r:embed="rId14"/>
          <a:stretch/>
        </p:blipFill>
        <p:spPr>
          <a:xfrm>
            <a:off x="0" y="0"/>
            <a:ext cx="10080000" cy="7560000"/>
          </a:xfrm>
          <a:prstGeom prst="rect">
            <a:avLst/>
          </a:prstGeom>
          <a:ln w="0">
            <a:noFill/>
          </a:ln>
        </p:spPr>
      </p:pic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3168000"/>
            <a:ext cx="9071640" cy="1262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</a:pPr>
            <a:r>
              <a:rPr lang="en-US" sz="4400" b="0" strike="noStrike" spc="-1">
                <a:solidFill>
                  <a:srgbClr val="000000"/>
                </a:solidFill>
                <a:latin typeface="Times New Roman"/>
              </a:rPr>
              <a:t>Click to edit the title text format</a:t>
            </a: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504000" y="4752000"/>
            <a:ext cx="8870040" cy="2016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70000"/>
          </a:bodyPr>
          <a:lstStyle/>
          <a:p>
            <a:pPr marL="432000" indent="-324000" algn="ctr">
              <a:spcAft>
                <a:spcPts val="1414"/>
              </a:spcAft>
            </a:pPr>
            <a:r>
              <a:rPr lang="en-US" sz="3200" b="0" strike="noStrike" spc="-1">
                <a:solidFill>
                  <a:srgbClr val="000000"/>
                </a:solidFill>
                <a:latin typeface="Times New Roman"/>
              </a:rPr>
              <a:t>Click to edit the outline text format</a:t>
            </a:r>
          </a:p>
          <a:p>
            <a:pPr marL="864000" lvl="1" indent="-324000" algn="ctr">
              <a:spcAft>
                <a:spcPts val="1131"/>
              </a:spcAft>
            </a:pPr>
            <a:r>
              <a:rPr lang="en-US" sz="2800" b="0" strike="noStrike" spc="-1">
                <a:solidFill>
                  <a:srgbClr val="000000"/>
                </a:solidFill>
                <a:latin typeface="Times New Roman"/>
              </a:rPr>
              <a:t>Second Outline Level</a:t>
            </a:r>
          </a:p>
          <a:p>
            <a:pPr marL="1296000" lvl="2" indent="-288000" algn="ctr">
              <a:spcAft>
                <a:spcPts val="848"/>
              </a:spcAft>
            </a:pPr>
            <a:r>
              <a:rPr lang="en-US" sz="2400" b="0" strike="noStrike" spc="-1">
                <a:solidFill>
                  <a:srgbClr val="000000"/>
                </a:solidFill>
                <a:latin typeface="Times New Roman"/>
              </a:rPr>
              <a:t>Third Outline Level</a:t>
            </a:r>
          </a:p>
          <a:p>
            <a:pPr marL="1728000" lvl="3" indent="-216000" algn="ctr">
              <a:spcAft>
                <a:spcPts val="561"/>
              </a:spcAft>
            </a:pPr>
            <a:r>
              <a:rPr lang="en-US" sz="2000" b="0" strike="noStrike" spc="-1">
                <a:solidFill>
                  <a:srgbClr val="000000"/>
                </a:solidFill>
                <a:latin typeface="Times New Roman"/>
              </a:rPr>
              <a:t>Fourth Outline Level</a:t>
            </a:r>
          </a:p>
          <a:p>
            <a:pPr marL="2160000" lvl="4" indent="-216000" algn="ctr">
              <a:spcAft>
                <a:spcPts val="281"/>
              </a:spcAft>
            </a:pPr>
            <a:r>
              <a:rPr lang="en-US" sz="2000" b="0" strike="noStrike" spc="-1">
                <a:solidFill>
                  <a:srgbClr val="000000"/>
                </a:solidFill>
                <a:latin typeface="Times New Roman"/>
              </a:rPr>
              <a:t>Fifth Outline Level</a:t>
            </a:r>
          </a:p>
          <a:p>
            <a:pPr marL="2592000" lvl="5" indent="-216000" algn="ctr">
              <a:spcAft>
                <a:spcPts val="281"/>
              </a:spcAft>
            </a:pPr>
            <a:r>
              <a:rPr lang="en-US" sz="2000" b="0" strike="noStrike" spc="-1">
                <a:solidFill>
                  <a:srgbClr val="000000"/>
                </a:solidFill>
                <a:latin typeface="Times New Roman"/>
              </a:rPr>
              <a:t>Sixth Outline Level</a:t>
            </a:r>
          </a:p>
          <a:p>
            <a:pPr marL="3024000" lvl="6" indent="-216000" algn="ctr">
              <a:spcAft>
                <a:spcPts val="281"/>
              </a:spcAft>
            </a:pPr>
            <a:r>
              <a:rPr lang="en-US" sz="2000" b="0" strike="noStrike" spc="-1">
                <a:solidFill>
                  <a:srgbClr val="000000"/>
                </a:solidFill>
                <a:latin typeface="Times New Roman"/>
              </a:rPr>
              <a:t>Seventh Outline Level</a:t>
            </a: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503640" y="6887160"/>
            <a:ext cx="2348280" cy="521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defRPr lang="en-US" sz="1400" b="0" strike="noStrike" spc="-1">
                <a:latin typeface="Times New Roman"/>
              </a:defRPr>
            </a:lvl1pPr>
          </a:lstStyle>
          <a:p>
            <a:endParaRPr lang="en-US" sz="1400" b="0" strike="noStrike" spc="-1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447000" y="6887160"/>
            <a:ext cx="3195000" cy="521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ctr">
              <a:buNone/>
              <a:defRPr lang="en-US" sz="1400" b="0" strike="noStrike" spc="-1">
                <a:latin typeface="Times New Roman"/>
              </a:defRPr>
            </a:lvl1pPr>
          </a:lstStyle>
          <a:p>
            <a:pPr algn="ctr">
              <a:buNone/>
            </a:pPr>
            <a:r>
              <a:rPr lang="en-US" sz="1400" b="0" strike="noStrike" spc="-1">
                <a:latin typeface="Times New Roman"/>
              </a:rPr>
              <a:t>Footer</a:t>
            </a: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7226640" y="6887160"/>
            <a:ext cx="2348280" cy="521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r">
              <a:buNone/>
              <a:defRPr lang="en-US" sz="1400" b="0" strike="noStrike" spc="-1">
                <a:latin typeface="Times New Roman"/>
              </a:defRPr>
            </a:lvl1pPr>
          </a:lstStyle>
          <a:p>
            <a:pPr algn="r">
              <a:buNone/>
            </a:pPr>
            <a:fld id="{3B7E8E05-C4F0-46FD-AD47-E47A42FB436B}" type="slidenum">
              <a:rPr lang="en-US" sz="1400" b="0" strike="noStrike" spc="-1">
                <a:latin typeface="Times New Roman"/>
              </a:rPr>
              <a:t>‹#›</a:t>
            </a:fld>
            <a:endParaRPr lang="en-US" sz="14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Picture 41"/>
          <p:cNvPicPr/>
          <p:nvPr/>
        </p:nvPicPr>
        <p:blipFill>
          <a:blip r:embed="rId14"/>
          <a:stretch/>
        </p:blipFill>
        <p:spPr>
          <a:xfrm>
            <a:off x="0" y="-1440"/>
            <a:ext cx="10080000" cy="7561440"/>
          </a:xfrm>
          <a:prstGeom prst="rect">
            <a:avLst/>
          </a:prstGeom>
          <a:ln w="0">
            <a:noFill/>
          </a:ln>
        </p:spPr>
      </p:pic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7704000" cy="1138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4400" b="0" strike="noStrike" spc="-1">
                <a:solidFill>
                  <a:srgbClr val="000000"/>
                </a:solidFill>
                <a:latin typeface="Times New Roman"/>
              </a:rPr>
              <a:t>Click to edit the title text format</a:t>
            </a:r>
          </a:p>
        </p:txBody>
      </p:sp>
      <p:sp>
        <p:nvSpPr>
          <p:cNvPr id="44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8870040" cy="438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Aft>
                <a:spcPts val="1417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rgbClr val="000000"/>
                </a:solidFill>
                <a:latin typeface="Times New Roman"/>
              </a:rPr>
              <a:t>Click to edit the outline text format</a:t>
            </a:r>
          </a:p>
          <a:p>
            <a:pPr marL="864000" lvl="1" indent="-324000">
              <a:spcAft>
                <a:spcPts val="1134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solidFill>
                  <a:srgbClr val="000000"/>
                </a:solidFill>
                <a:latin typeface="Times New Roman"/>
              </a:rPr>
              <a:t>Second Outline Level</a:t>
            </a:r>
          </a:p>
          <a:p>
            <a:pPr marL="1296000" lvl="2" indent="-288000"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solidFill>
                  <a:srgbClr val="000000"/>
                </a:solidFill>
                <a:latin typeface="Times New Roman"/>
              </a:rPr>
              <a:t>Third Outline Level</a:t>
            </a:r>
          </a:p>
          <a:p>
            <a:pPr marL="1728000" lvl="3" indent="-216000">
              <a:spcAft>
                <a:spcPts val="567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latin typeface="Times New Roman"/>
              </a:rPr>
              <a:t>Fourth Outline Level</a:t>
            </a:r>
          </a:p>
          <a:p>
            <a:pPr marL="2160000" lvl="4" indent="-216000"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Times New Roman"/>
              </a:rPr>
              <a:t>Fifth Outline Level</a:t>
            </a:r>
          </a:p>
          <a:p>
            <a:pPr marL="2592000" lvl="5" indent="-216000"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Times New Roman"/>
              </a:rPr>
              <a:t>Sixth Outline Level</a:t>
            </a:r>
          </a:p>
          <a:p>
            <a:pPr marL="3024000" lvl="6" indent="-216000"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Times New Roman"/>
              </a:rPr>
              <a:t>Seventh Outline Level</a:t>
            </a:r>
          </a:p>
        </p:txBody>
      </p:sp>
      <p:sp>
        <p:nvSpPr>
          <p:cNvPr id="45" name="PlaceHolder 3"/>
          <p:cNvSpPr>
            <a:spLocks noGrp="1"/>
          </p:cNvSpPr>
          <p:nvPr>
            <p:ph type="dt" idx="4"/>
          </p:nvPr>
        </p:nvSpPr>
        <p:spPr>
          <a:xfrm>
            <a:off x="504000" y="6887160"/>
            <a:ext cx="2348280" cy="521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defRPr lang="en-US" sz="1400" b="0" strike="noStrike" spc="-1">
                <a:latin typeface="Times New Roman"/>
              </a:defRPr>
            </a:lvl1pPr>
          </a:lstStyle>
          <a:p>
            <a:endParaRPr lang="en-US" sz="1400" b="0" strike="noStrike" spc="-1">
              <a:latin typeface="Times New Roman"/>
            </a:endParaRPr>
          </a:p>
        </p:txBody>
      </p:sp>
      <p:sp>
        <p:nvSpPr>
          <p:cNvPr id="46" name="PlaceHolder 4"/>
          <p:cNvSpPr>
            <a:spLocks noGrp="1"/>
          </p:cNvSpPr>
          <p:nvPr>
            <p:ph type="ftr" idx="5"/>
          </p:nvPr>
        </p:nvSpPr>
        <p:spPr>
          <a:xfrm>
            <a:off x="3447360" y="6887160"/>
            <a:ext cx="3195000" cy="521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ctr">
              <a:buNone/>
              <a:defRPr lang="en-US" sz="1400" b="0" strike="noStrike" spc="-1">
                <a:latin typeface="Times New Roman"/>
              </a:defRPr>
            </a:lvl1pPr>
          </a:lstStyle>
          <a:p>
            <a:pPr algn="ctr">
              <a:buNone/>
            </a:pPr>
            <a:r>
              <a:rPr lang="en-US" sz="1400" b="0" strike="noStrike" spc="-1">
                <a:latin typeface="Times New Roman"/>
              </a:rPr>
              <a:t>Footer</a:t>
            </a:r>
          </a:p>
        </p:txBody>
      </p:sp>
      <p:sp>
        <p:nvSpPr>
          <p:cNvPr id="47" name="PlaceHolder 5"/>
          <p:cNvSpPr>
            <a:spLocks noGrp="1"/>
          </p:cNvSpPr>
          <p:nvPr>
            <p:ph type="sldNum" idx="6"/>
          </p:nvPr>
        </p:nvSpPr>
        <p:spPr>
          <a:xfrm>
            <a:off x="7227000" y="6887160"/>
            <a:ext cx="2348280" cy="521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r">
              <a:buNone/>
              <a:defRPr lang="en-US" sz="1400" b="0" strike="noStrike" spc="-1">
                <a:latin typeface="Times New Roman"/>
              </a:defRPr>
            </a:lvl1pPr>
          </a:lstStyle>
          <a:p>
            <a:pPr algn="r">
              <a:buNone/>
            </a:pPr>
            <a:fld id="{E3386F93-2903-4CE5-B991-5B2BB57C3E31}" type="slidenum">
              <a:rPr lang="en-US" sz="1400" b="0" strike="noStrike" spc="-1">
                <a:latin typeface="Times New Roman"/>
              </a:rPr>
              <a:t>‹#›</a:t>
            </a:fld>
            <a:endParaRPr lang="en-US" sz="14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Picture 83"/>
          <p:cNvPicPr/>
          <p:nvPr/>
        </p:nvPicPr>
        <p:blipFill>
          <a:blip r:embed="rId14"/>
          <a:stretch/>
        </p:blipFill>
        <p:spPr>
          <a:xfrm>
            <a:off x="0" y="0"/>
            <a:ext cx="10080000" cy="7560000"/>
          </a:xfrm>
          <a:prstGeom prst="rect">
            <a:avLst/>
          </a:prstGeom>
          <a:ln w="0">
            <a:noFill/>
          </a:ln>
        </p:spPr>
      </p:pic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7704000" cy="1138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4400" b="0" strike="noStrike" spc="-1">
                <a:solidFill>
                  <a:srgbClr val="000000"/>
                </a:solidFill>
                <a:latin typeface="Times New Roman"/>
              </a:rPr>
              <a:t>Click to edit the title text format</a:t>
            </a:r>
          </a:p>
        </p:txBody>
      </p:sp>
      <p:sp>
        <p:nvSpPr>
          <p:cNvPr id="86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8870040" cy="438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Aft>
                <a:spcPts val="1417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rgbClr val="000000"/>
                </a:solidFill>
                <a:latin typeface="Times New Roman"/>
              </a:rPr>
              <a:t>Click to edit the outline text format</a:t>
            </a:r>
          </a:p>
          <a:p>
            <a:pPr marL="864000" lvl="1" indent="-324000">
              <a:spcAft>
                <a:spcPts val="1134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solidFill>
                  <a:srgbClr val="000000"/>
                </a:solidFill>
                <a:latin typeface="Times New Roman"/>
              </a:rPr>
              <a:t>Second Outline Level</a:t>
            </a:r>
          </a:p>
          <a:p>
            <a:pPr marL="1296000" lvl="2" indent="-288000"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solidFill>
                  <a:srgbClr val="000000"/>
                </a:solidFill>
                <a:latin typeface="Times New Roman"/>
              </a:rPr>
              <a:t>Third Outline Level</a:t>
            </a:r>
          </a:p>
          <a:p>
            <a:pPr marL="1728000" lvl="3" indent="-216000">
              <a:spcAft>
                <a:spcPts val="567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latin typeface="Times New Roman"/>
              </a:rPr>
              <a:t>Fourth Outline Level</a:t>
            </a:r>
          </a:p>
          <a:p>
            <a:pPr marL="2160000" lvl="4" indent="-216000"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Times New Roman"/>
              </a:rPr>
              <a:t>Fifth Outline Level</a:t>
            </a:r>
          </a:p>
          <a:p>
            <a:pPr marL="2592000" lvl="5" indent="-216000"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Times New Roman"/>
              </a:rPr>
              <a:t>Sixth Outline Level</a:t>
            </a:r>
          </a:p>
          <a:p>
            <a:pPr marL="3024000" lvl="6" indent="-216000"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Times New Roman"/>
              </a:rPr>
              <a:t>Seventh Outline Level</a:t>
            </a:r>
          </a:p>
        </p:txBody>
      </p:sp>
      <p:sp>
        <p:nvSpPr>
          <p:cNvPr id="87" name="PlaceHolder 3"/>
          <p:cNvSpPr>
            <a:spLocks noGrp="1"/>
          </p:cNvSpPr>
          <p:nvPr>
            <p:ph type="dt" idx="7"/>
          </p:nvPr>
        </p:nvSpPr>
        <p:spPr>
          <a:xfrm>
            <a:off x="504000" y="6887160"/>
            <a:ext cx="2348280" cy="521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defRPr lang="en-US" sz="1400" b="0" strike="noStrike" spc="-1">
                <a:latin typeface="Times New Roman"/>
              </a:defRPr>
            </a:lvl1pPr>
          </a:lstStyle>
          <a:p>
            <a:endParaRPr lang="en-US" sz="1400" b="0" strike="noStrike" spc="-1">
              <a:latin typeface="Times New Roman"/>
            </a:endParaRPr>
          </a:p>
        </p:txBody>
      </p:sp>
      <p:sp>
        <p:nvSpPr>
          <p:cNvPr id="88" name="PlaceHolder 4"/>
          <p:cNvSpPr>
            <a:spLocks noGrp="1"/>
          </p:cNvSpPr>
          <p:nvPr>
            <p:ph type="ftr" idx="8"/>
          </p:nvPr>
        </p:nvSpPr>
        <p:spPr>
          <a:xfrm>
            <a:off x="3447360" y="6887160"/>
            <a:ext cx="3195000" cy="521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ctr">
              <a:buNone/>
              <a:defRPr lang="en-US" sz="1400" b="0" strike="noStrike" spc="-1">
                <a:latin typeface="Times New Roman"/>
              </a:defRPr>
            </a:lvl1pPr>
          </a:lstStyle>
          <a:p>
            <a:pPr algn="ctr">
              <a:buNone/>
            </a:pPr>
            <a:r>
              <a:rPr lang="en-US" sz="1400" b="0" strike="noStrike" spc="-1">
                <a:latin typeface="Times New Roman"/>
              </a:rPr>
              <a:t>Footer</a:t>
            </a:r>
          </a:p>
        </p:txBody>
      </p:sp>
      <p:sp>
        <p:nvSpPr>
          <p:cNvPr id="89" name="PlaceHolder 5"/>
          <p:cNvSpPr>
            <a:spLocks noGrp="1"/>
          </p:cNvSpPr>
          <p:nvPr>
            <p:ph type="sldNum" idx="9"/>
          </p:nvPr>
        </p:nvSpPr>
        <p:spPr>
          <a:xfrm>
            <a:off x="7227000" y="6887160"/>
            <a:ext cx="2348280" cy="521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r">
              <a:buNone/>
              <a:defRPr lang="en-US" sz="1400" b="0" strike="noStrike" spc="-1">
                <a:latin typeface="Times New Roman"/>
              </a:defRPr>
            </a:lvl1pPr>
          </a:lstStyle>
          <a:p>
            <a:pPr algn="r">
              <a:buNone/>
            </a:pPr>
            <a:fld id="{96C3D389-6127-4BB0-B448-5799832DFC96}" type="slidenum">
              <a:rPr lang="en-US" sz="1400" b="0" strike="noStrike" spc="-1">
                <a:latin typeface="Times New Roman"/>
              </a:rPr>
              <a:t>‹#›</a:t>
            </a:fld>
            <a:endParaRPr lang="en-US" sz="14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PlaceHolder 1"/>
          <p:cNvSpPr>
            <a:spLocks noGrp="1"/>
          </p:cNvSpPr>
          <p:nvPr>
            <p:ph type="title"/>
          </p:nvPr>
        </p:nvSpPr>
        <p:spPr>
          <a:xfrm>
            <a:off x="504000" y="3299460"/>
            <a:ext cx="9071640" cy="1130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 fontScale="90000"/>
          </a:bodyPr>
          <a:lstStyle/>
          <a:p>
            <a:pPr algn="ctr">
              <a:buNone/>
            </a:pPr>
            <a:r>
              <a:rPr lang="en-US" sz="4400" b="1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CSE-327 (Software Engineering)</a:t>
            </a:r>
            <a:br>
              <a:rPr lang="en-US" sz="4400" b="1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400" b="1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Faculty: AKM Iqtidar Newaz (IqN)</a:t>
            </a:r>
            <a:br>
              <a:rPr lang="en-US" sz="4400" b="1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400" b="1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Lecture - 1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xmlns="" id="{8D54E198-F927-BB21-91CE-A8A3471E2AB7}"/>
              </a:ext>
            </a:extLst>
          </p:cNvPr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7C0393A2-1554-4036-BCE2-E9F5C108AF2E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PlaceHolder 1"/>
          <p:cNvSpPr>
            <a:spLocks noGrp="1"/>
          </p:cNvSpPr>
          <p:nvPr>
            <p:ph type="title"/>
          </p:nvPr>
        </p:nvSpPr>
        <p:spPr>
          <a:xfrm>
            <a:off x="1143000" y="2976120"/>
            <a:ext cx="7704000" cy="1138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4400" b="1" strike="noStrike" spc="-1" dirty="0">
                <a:solidFill>
                  <a:srgbClr val="000000"/>
                </a:solidFill>
                <a:latin typeface="Times New Roman"/>
              </a:rPr>
              <a:t>What is a Software?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xmlns="" id="{1FF6602A-09C0-8B8A-D245-F23ACAAEB044}"/>
              </a:ext>
            </a:extLst>
          </p:cNvPr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A4630755-5F4D-4AD1-9189-08E9A4A7708F}" type="slidenum">
              <a:rPr lang="en-US" smtClean="0"/>
              <a:t>2</a:t>
            </a:fld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7704000" cy="1138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4400" b="1" strike="noStrike" spc="-1" dirty="0">
                <a:solidFill>
                  <a:srgbClr val="000000"/>
                </a:solidFill>
                <a:latin typeface="Times New Roman"/>
              </a:rPr>
              <a:t>What is a Software?</a:t>
            </a:r>
          </a:p>
        </p:txBody>
      </p:sp>
      <p:sp>
        <p:nvSpPr>
          <p:cNvPr id="172" name="PlaceHolder 2"/>
          <p:cNvSpPr>
            <a:spLocks noGrp="1"/>
          </p:cNvSpPr>
          <p:nvPr>
            <p:ph/>
          </p:nvPr>
        </p:nvSpPr>
        <p:spPr>
          <a:xfrm>
            <a:off x="504000" y="1769040"/>
            <a:ext cx="8870040" cy="438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Aft>
                <a:spcPts val="1417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3200" b="0" strike="noStrike" spc="-1" dirty="0">
              <a:solidFill>
                <a:srgbClr val="000000"/>
              </a:solidFill>
              <a:latin typeface="Times New Roman"/>
            </a:endParaRPr>
          </a:p>
          <a:p>
            <a:pPr marL="432000" indent="-324000">
              <a:spcAft>
                <a:spcPts val="1417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3200" b="0" strike="noStrike" spc="-1" dirty="0">
              <a:solidFill>
                <a:srgbClr val="000000"/>
              </a:solidFill>
              <a:latin typeface="Times New Roman"/>
            </a:endParaRPr>
          </a:p>
          <a:p>
            <a:pPr marL="108000">
              <a:spcAft>
                <a:spcPts val="1417"/>
              </a:spcAft>
              <a:buClr>
                <a:srgbClr val="000000"/>
              </a:buClr>
              <a:buSzPct val="45000"/>
            </a:pPr>
            <a:r>
              <a:rPr lang="en-US" sz="3200" b="0" strike="noStrike" spc="-1" dirty="0">
                <a:solidFill>
                  <a:srgbClr val="000000"/>
                </a:solidFill>
                <a:latin typeface="Times New Roman"/>
              </a:rPr>
              <a:t>A set of programs. Initially, total works are divided into different parts and before releasing merged every parts all together to deliver the software.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xmlns="" id="{8C6F745E-9D55-B4CD-1CEA-5E0A8AADC6FC}"/>
              </a:ext>
            </a:extLst>
          </p:cNvPr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90C9C8ED-6D41-4C4E-A889-8C5D6572F09F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7704000" cy="1138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4400" b="1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can be there in Software?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4114800" y="1828800"/>
            <a:ext cx="2369820" cy="346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en-US" sz="1800" b="0" strike="noStrike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Configuration File</a:t>
            </a:r>
          </a:p>
        </p:txBody>
      </p:sp>
      <p:sp>
        <p:nvSpPr>
          <p:cNvPr id="175" name="Straight Connector 174"/>
          <p:cNvSpPr/>
          <p:nvPr/>
        </p:nvSpPr>
        <p:spPr>
          <a:xfrm flipH="1">
            <a:off x="2057400" y="2231280"/>
            <a:ext cx="2917080" cy="1025280"/>
          </a:xfrm>
          <a:prstGeom prst="line">
            <a:avLst/>
          </a:prstGeom>
          <a:ln w="29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6" name="TextBox 175"/>
          <p:cNvSpPr txBox="1"/>
          <p:nvPr/>
        </p:nvSpPr>
        <p:spPr>
          <a:xfrm>
            <a:off x="1143000" y="3311280"/>
            <a:ext cx="1817640" cy="346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en-US" sz="1800" b="0" strike="noStrike" spc="-1">
                <a:latin typeface="Times New Roman" panose="02020603050405020304" pitchFamily="18" charset="0"/>
                <a:cs typeface="Times New Roman" panose="02020603050405020304" pitchFamily="18" charset="0"/>
              </a:rPr>
              <a:t>Set the program</a:t>
            </a:r>
          </a:p>
        </p:txBody>
      </p:sp>
      <p:sp>
        <p:nvSpPr>
          <p:cNvPr id="177" name="Straight Connector 176"/>
          <p:cNvSpPr/>
          <p:nvPr/>
        </p:nvSpPr>
        <p:spPr>
          <a:xfrm>
            <a:off x="4974480" y="2231280"/>
            <a:ext cx="0" cy="1080000"/>
          </a:xfrm>
          <a:prstGeom prst="line">
            <a:avLst/>
          </a:prstGeom>
          <a:ln w="29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8" name="TextBox 177"/>
          <p:cNvSpPr txBox="1"/>
          <p:nvPr/>
        </p:nvSpPr>
        <p:spPr>
          <a:xfrm>
            <a:off x="3200400" y="3311280"/>
            <a:ext cx="3035160" cy="8582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en-US" sz="1800" b="0" strike="noStrike" spc="-1">
                <a:latin typeface="Times New Roman" panose="02020603050405020304" pitchFamily="18" charset="0"/>
                <a:cs typeface="Times New Roman" panose="02020603050405020304" pitchFamily="18" charset="0"/>
              </a:rPr>
              <a:t>System documentation tells </a:t>
            </a:r>
          </a:p>
          <a:p>
            <a:r>
              <a:rPr lang="en-US" sz="1800" b="0" strike="noStrike" spc="-1">
                <a:latin typeface="Times New Roman" panose="02020603050405020304" pitchFamily="18" charset="0"/>
                <a:cs typeface="Times New Roman" panose="02020603050405020304" pitchFamily="18" charset="0"/>
              </a:rPr>
              <a:t>how to add the program </a:t>
            </a:r>
          </a:p>
          <a:p>
            <a:r>
              <a:rPr lang="en-US" sz="1800" b="0" strike="noStrike" spc="-1">
                <a:latin typeface="Times New Roman" panose="02020603050405020304" pitchFamily="18" charset="0"/>
                <a:cs typeface="Times New Roman" panose="02020603050405020304" pitchFamily="18" charset="0"/>
              </a:rPr>
              <a:t>[Structure of the program]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1143360" y="3311280"/>
            <a:ext cx="1817640" cy="346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en-US" sz="1800" b="0" strike="noStrike" spc="-1">
                <a:latin typeface="Times New Roman" panose="02020603050405020304" pitchFamily="18" charset="0"/>
                <a:cs typeface="Times New Roman" panose="02020603050405020304" pitchFamily="18" charset="0"/>
              </a:rPr>
              <a:t>Set the program</a:t>
            </a:r>
          </a:p>
        </p:txBody>
      </p:sp>
      <p:sp>
        <p:nvSpPr>
          <p:cNvPr id="180" name="Straight Connector 179"/>
          <p:cNvSpPr/>
          <p:nvPr/>
        </p:nvSpPr>
        <p:spPr>
          <a:xfrm flipH="1" flipV="1">
            <a:off x="4974480" y="2231280"/>
            <a:ext cx="2569320" cy="969120"/>
          </a:xfrm>
          <a:prstGeom prst="line">
            <a:avLst/>
          </a:prstGeom>
          <a:ln w="29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1" name="TextBox 180"/>
          <p:cNvSpPr txBox="1"/>
          <p:nvPr/>
        </p:nvSpPr>
        <p:spPr>
          <a:xfrm>
            <a:off x="6400800" y="3256560"/>
            <a:ext cx="2667960" cy="6022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en-US" sz="1800" b="0" strike="noStrike" spc="-1">
                <a:latin typeface="Times New Roman" panose="02020603050405020304" pitchFamily="18" charset="0"/>
                <a:cs typeface="Times New Roman" panose="02020603050405020304" pitchFamily="18" charset="0"/>
              </a:rPr>
              <a:t>User documentation</a:t>
            </a:r>
          </a:p>
          <a:p>
            <a:r>
              <a:rPr lang="en-US" sz="1800" b="0" strike="noStrike" spc="-1">
                <a:latin typeface="Times New Roman" panose="02020603050405020304" pitchFamily="18" charset="0"/>
                <a:cs typeface="Times New Roman" panose="02020603050405020304" pitchFamily="18" charset="0"/>
              </a:rPr>
              <a:t>(How to use by the user)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4114800" y="4572000"/>
            <a:ext cx="2008080" cy="346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en-US" sz="1800" b="0" strike="noStrike" spc="-1">
                <a:latin typeface="Times New Roman" panose="02020603050405020304" pitchFamily="18" charset="0"/>
                <a:cs typeface="Times New Roman" panose="02020603050405020304" pitchFamily="18" charset="0"/>
              </a:rPr>
              <a:t>Types of Software</a:t>
            </a:r>
          </a:p>
        </p:txBody>
      </p:sp>
      <p:sp>
        <p:nvSpPr>
          <p:cNvPr id="183" name="Straight Connector 182"/>
          <p:cNvSpPr/>
          <p:nvPr/>
        </p:nvSpPr>
        <p:spPr>
          <a:xfrm flipH="1">
            <a:off x="3657600" y="4974480"/>
            <a:ext cx="1316880" cy="969120"/>
          </a:xfrm>
          <a:prstGeom prst="line">
            <a:avLst/>
          </a:prstGeom>
          <a:ln w="29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4" name="TextBox 183"/>
          <p:cNvSpPr txBox="1"/>
          <p:nvPr/>
        </p:nvSpPr>
        <p:spPr>
          <a:xfrm>
            <a:off x="2514600" y="6054480"/>
            <a:ext cx="2766960" cy="6022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en-US" sz="1800" b="0" strike="noStrike" spc="-1">
                <a:latin typeface="Times New Roman" panose="02020603050405020304" pitchFamily="18" charset="0"/>
                <a:cs typeface="Times New Roman" panose="02020603050405020304" pitchFamily="18" charset="0"/>
              </a:rPr>
              <a:t>Generic [Microsoft Word, </a:t>
            </a:r>
          </a:p>
          <a:p>
            <a:r>
              <a:rPr lang="en-US" sz="1800" b="0" strike="noStrike" spc="-1">
                <a:latin typeface="Times New Roman" panose="02020603050405020304" pitchFamily="18" charset="0"/>
                <a:cs typeface="Times New Roman" panose="02020603050405020304" pitchFamily="18" charset="0"/>
              </a:rPr>
              <a:t>Excel]</a:t>
            </a:r>
          </a:p>
        </p:txBody>
      </p:sp>
      <p:sp>
        <p:nvSpPr>
          <p:cNvPr id="185" name="Straight Connector 184"/>
          <p:cNvSpPr/>
          <p:nvPr/>
        </p:nvSpPr>
        <p:spPr>
          <a:xfrm flipH="1" flipV="1">
            <a:off x="4974480" y="4974480"/>
            <a:ext cx="1426320" cy="969120"/>
          </a:xfrm>
          <a:prstGeom prst="line">
            <a:avLst/>
          </a:prstGeom>
          <a:ln w="29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6" name="TextBox 185"/>
          <p:cNvSpPr txBox="1"/>
          <p:nvPr/>
        </p:nvSpPr>
        <p:spPr>
          <a:xfrm>
            <a:off x="5715000" y="5999760"/>
            <a:ext cx="4114800" cy="8582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en-US" sz="1800" b="0" strike="noStrike" spc="-1">
                <a:latin typeface="Times New Roman" panose="02020603050405020304" pitchFamily="18" charset="0"/>
                <a:cs typeface="Times New Roman" panose="02020603050405020304" pitchFamily="18" charset="0"/>
              </a:rPr>
              <a:t>Customized (Paid Version)</a:t>
            </a:r>
          </a:p>
          <a:p>
            <a:r>
              <a:rPr lang="en-US" sz="1800" b="0" strike="noStrike" spc="-1">
                <a:latin typeface="Times New Roman" panose="02020603050405020304" pitchFamily="18" charset="0"/>
                <a:cs typeface="Times New Roman" panose="02020603050405020304" pitchFamily="18" charset="0"/>
              </a:rPr>
              <a:t>[Adobe photoshop, Adobe Reader]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xmlns="" id="{1D9B8B6F-6D41-E86D-3919-89C1E4A2C340}"/>
              </a:ext>
            </a:extLst>
          </p:cNvPr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90C9C8ED-6D41-4C4E-A889-8C5D6572F09F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PlaceHolder 1"/>
          <p:cNvSpPr>
            <a:spLocks noGrp="1"/>
          </p:cNvSpPr>
          <p:nvPr>
            <p:ph type="title"/>
          </p:nvPr>
        </p:nvSpPr>
        <p:spPr>
          <a:xfrm>
            <a:off x="1211400" y="3105360"/>
            <a:ext cx="8389800" cy="1238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4400" b="1" strike="noStrike" spc="-1" dirty="0">
                <a:solidFill>
                  <a:srgbClr val="000000"/>
                </a:solidFill>
                <a:latin typeface="Times New Roman"/>
              </a:rPr>
              <a:t>What is a Software Engineering?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xmlns="" id="{8CCEDFE4-0BA3-5421-23CF-13F0629B3111}"/>
              </a:ext>
            </a:extLst>
          </p:cNvPr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90C9C8ED-6D41-4C4E-A889-8C5D6572F09F}" type="slidenum">
              <a:rPr lang="en-US" smtClean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PlaceHolder 1"/>
          <p:cNvSpPr>
            <a:spLocks noGrp="1"/>
          </p:cNvSpPr>
          <p:nvPr>
            <p:ph type="title"/>
          </p:nvPr>
        </p:nvSpPr>
        <p:spPr>
          <a:xfrm>
            <a:off x="275400" y="133560"/>
            <a:ext cx="7954200" cy="1238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4400" b="1" strike="noStrike" spc="-1">
                <a:solidFill>
                  <a:srgbClr val="000000"/>
                </a:solidFill>
                <a:latin typeface="Times New Roman"/>
              </a:rPr>
              <a:t>What is a Software Engineering?</a:t>
            </a:r>
          </a:p>
        </p:txBody>
      </p:sp>
      <p:sp>
        <p:nvSpPr>
          <p:cNvPr id="189" name="PlaceHolder 2"/>
          <p:cNvSpPr>
            <a:spLocks noGrp="1"/>
          </p:cNvSpPr>
          <p:nvPr>
            <p:ph/>
          </p:nvPr>
        </p:nvSpPr>
        <p:spPr>
          <a:xfrm>
            <a:off x="511620" y="2887980"/>
            <a:ext cx="8870040" cy="2282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108000">
              <a:spcAft>
                <a:spcPts val="1417"/>
              </a:spcAft>
              <a:buClr>
                <a:srgbClr val="000000"/>
              </a:buClr>
              <a:buSzPct val="45000"/>
            </a:pPr>
            <a:r>
              <a:rPr lang="en-US" sz="3200" b="0" strike="noStrike" spc="-1" dirty="0">
                <a:solidFill>
                  <a:srgbClr val="000000"/>
                </a:solidFill>
                <a:latin typeface="Times New Roman"/>
              </a:rPr>
              <a:t>Software engineering is the application of a systematic, disciplined, cost-effective techniques, which is an engineering approach for the development, operation and maintenance of a software.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xmlns="" id="{44AD0F45-65E9-C862-08FE-859D946E8FEC}"/>
              </a:ext>
            </a:extLst>
          </p:cNvPr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90C9C8ED-6D41-4C4E-A889-8C5D6572F09F}" type="slidenum">
              <a:rPr lang="en-US" smtClean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PlaceHolder 1"/>
          <p:cNvSpPr>
            <a:spLocks noGrp="1"/>
          </p:cNvSpPr>
          <p:nvPr>
            <p:ph type="title"/>
          </p:nvPr>
        </p:nvSpPr>
        <p:spPr>
          <a:xfrm>
            <a:off x="297000" y="2971800"/>
            <a:ext cx="9532800" cy="1138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4000" b="1" strike="noStrike" spc="-1" dirty="0">
                <a:solidFill>
                  <a:srgbClr val="000000"/>
                </a:solidFill>
                <a:latin typeface="Times New Roman"/>
              </a:rPr>
              <a:t>Difference between Software Engineering and Computer Science?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xmlns="" id="{D99AEFBF-D883-A250-BF37-507F6C67C2C4}"/>
              </a:ext>
            </a:extLst>
          </p:cNvPr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90C9C8ED-6D41-4C4E-A889-8C5D6572F09F}" type="slidenum">
              <a:rPr lang="en-US" smtClean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8106600" cy="1138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4000" b="1" strike="noStrike" spc="-1" dirty="0">
                <a:solidFill>
                  <a:srgbClr val="000000"/>
                </a:solidFill>
                <a:latin typeface="Times New Roman"/>
              </a:rPr>
              <a:t>Difference between Software Engineering and Computer Science?</a:t>
            </a:r>
          </a:p>
        </p:txBody>
      </p:sp>
      <p:sp>
        <p:nvSpPr>
          <p:cNvPr id="192" name="PlaceHolder 2"/>
          <p:cNvSpPr>
            <a:spLocks noGrp="1"/>
          </p:cNvSpPr>
          <p:nvPr>
            <p:ph/>
          </p:nvPr>
        </p:nvSpPr>
        <p:spPr>
          <a:xfrm>
            <a:off x="504000" y="3238500"/>
            <a:ext cx="8870040" cy="29149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108000">
              <a:spcAft>
                <a:spcPts val="1417"/>
              </a:spcAft>
              <a:buClr>
                <a:srgbClr val="000000"/>
              </a:buClr>
              <a:buSzPct val="45000"/>
            </a:pPr>
            <a:r>
              <a:rPr lang="en-US" sz="3200" b="0" strike="noStrike" spc="-1" dirty="0">
                <a:solidFill>
                  <a:srgbClr val="000000"/>
                </a:solidFill>
                <a:latin typeface="Times New Roman"/>
              </a:rPr>
              <a:t>Computer science deals with the science behind interaction between hardware and software systems and computational applications.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xmlns="" id="{12AC55BF-8513-22CE-E18D-2B71580DE0D7}"/>
              </a:ext>
            </a:extLst>
          </p:cNvPr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90C9C8ED-6D41-4C4E-A889-8C5D6572F09F}" type="slidenum">
              <a:rPr lang="en-US" smtClean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A5D69D2-AAD8-AF61-2E8D-BEC3066EE7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492" y="160595"/>
            <a:ext cx="9071640" cy="1262160"/>
          </a:xfrm>
        </p:spPr>
        <p:txBody>
          <a:bodyPr/>
          <a:lstStyle/>
          <a:p>
            <a:r>
              <a:rPr lang="en-US" b="1" dirty="0"/>
              <a:t>Essential Attributes of Good Software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21564E18-86F6-61C0-72A8-4E80CABA1A1F}"/>
              </a:ext>
            </a:extLst>
          </p:cNvPr>
          <p:cNvSpPr txBox="1"/>
          <p:nvPr/>
        </p:nvSpPr>
        <p:spPr>
          <a:xfrm>
            <a:off x="504492" y="1641764"/>
            <a:ext cx="8951235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Functionality - fulfilling the goal and requirement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Usability - easy and flexible to use.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Efficiency - no extra memory space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         - responsiveness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         - fast processing time.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Maintainability - easy to change the design or add new feature.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Security - no unauthorized access.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Reliability - if software fails, there must be a backup system.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xmlns="" id="{2638B51F-A60D-5E44-1056-0AF209173386}"/>
              </a:ext>
            </a:extLst>
          </p:cNvPr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90C9C8ED-6D41-4C4E-A889-8C5D6572F09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50896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CB57827-DDEF-C0A6-3BF7-41AA2B6CE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2400" y="160595"/>
            <a:ext cx="9071640" cy="1262160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a Software Process?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BCCE357-0AFF-036A-6455-9445D4847794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302400" y="1572381"/>
            <a:ext cx="8870040" cy="4348360"/>
          </a:xfrm>
        </p:spPr>
        <p:txBody>
          <a:bodyPr>
            <a:noAutofit/>
          </a:bodyPr>
          <a:lstStyle/>
          <a:p>
            <a:pPr marL="457200" indent="-457200" algn="just">
              <a:buFont typeface="Wingdings" panose="05000000000000000000" pitchFamily="2" charset="2"/>
              <a:buChar char="q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specification - users and developers meet, explain their expectations, budgets (SRS[Software Requirement Specification]).</a:t>
            </a:r>
          </a:p>
          <a:p>
            <a:pPr algn="just"/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Wingdings" panose="05000000000000000000" pitchFamily="2" charset="2"/>
              <a:buChar char="q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development - design and program.</a:t>
            </a:r>
          </a:p>
          <a:p>
            <a:pPr algn="just"/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Wingdings" panose="05000000000000000000" pitchFamily="2" charset="2"/>
              <a:buChar char="q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validation - check with the SRS.</a:t>
            </a:r>
          </a:p>
          <a:p>
            <a:pPr algn="just"/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Wingdings" panose="05000000000000000000" pitchFamily="2" charset="2"/>
              <a:buChar char="q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evaluation - if any changes need, we can change it.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402B0348-EDFC-F9FD-7A21-1E7BFE9CFC4A}"/>
              </a:ext>
            </a:extLst>
          </p:cNvPr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90C9C8ED-6D41-4C4E-A889-8C5D6572F09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379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4277307-6509-F004-C2FF-4A598C807A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0920" y="2928952"/>
            <a:ext cx="9496500" cy="1262160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are the key challenges in Software Engineering?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xmlns="" id="{292975BA-0BE3-E1EC-B221-84C4608C4294}"/>
              </a:ext>
            </a:extLst>
          </p:cNvPr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90C9C8ED-6D41-4C4E-A889-8C5D6572F09F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1450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59AF8C3-0AD1-A6DB-BDE8-8ED61E8FD9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2400" y="160595"/>
            <a:ext cx="9071640" cy="1262160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are the key challenges in Software Engineering?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FE95ACF-FBE2-35D4-B5A6-6DC5FC69F2BD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413591" y="2976692"/>
            <a:ext cx="8870040" cy="1547607"/>
          </a:xfrm>
        </p:spPr>
        <p:txBody>
          <a:bodyPr>
            <a:no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Legacy challenge – Most </a:t>
            </a:r>
            <a:r>
              <a:rPr lang="en-US" sz="3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softwares</a:t>
            </a:r>
            <a:r>
              <a:rPr lang="en-US" sz="3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were created long time ago. It's been updated over times by developers. Updating this software is a big challenge and this is called legacy challenge.</a:t>
            </a:r>
          </a:p>
          <a:p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Heterogeneity challenge – Every day OS updates, network updates, all these updates can work smoothly.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Delivery challenge – Small time limit but need to deliver high quality software.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BC011B02-3060-FF51-A38B-E31046854489}"/>
              </a:ext>
            </a:extLst>
          </p:cNvPr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90C9C8ED-6D41-4C4E-A889-8C5D6572F09F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51085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C8B5932-E086-DAE1-01E5-CF0C86B3B2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SDLC?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xmlns="" id="{7DFC682C-C153-F12C-30C8-8262FC11A183}"/>
              </a:ext>
            </a:extLst>
          </p:cNvPr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90C9C8ED-6D41-4C4E-A889-8C5D6572F09F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33199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BFA7A22-F91C-BC37-CE05-D81919171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2400" y="160595"/>
            <a:ext cx="9071640" cy="1262160"/>
          </a:xfrm>
        </p:spPr>
        <p:txBody>
          <a:bodyPr/>
          <a:lstStyle/>
          <a:p>
            <a:r>
              <a:rPr lang="en-US" b="1" dirty="0"/>
              <a:t>What is SDLC?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F7A59BE-2C75-F836-190C-3C27AAE898C3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302400" y="2008799"/>
            <a:ext cx="8870040" cy="4620601"/>
          </a:xfrm>
        </p:spPr>
        <p:txBody>
          <a:bodyPr>
            <a:noAutofit/>
          </a:bodyPr>
          <a:lstStyle/>
          <a:p>
            <a:pPr marL="571500" indent="-571500">
              <a:buFont typeface="Wingdings" panose="05000000000000000000" pitchFamily="2" charset="2"/>
              <a:buChar char="q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SDLC stands for Software Development Life Cycle. Also referred to as the Application Development Life Cycle.</a:t>
            </a:r>
          </a:p>
          <a:p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 algn="just">
              <a:buFont typeface="Wingdings" panose="05000000000000000000" pitchFamily="2" charset="2"/>
              <a:buChar char="q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Systemic process to develop a software. </a:t>
            </a:r>
          </a:p>
          <a:p>
            <a:pPr marL="571500" indent="-571500" algn="just">
              <a:buFont typeface="Wingdings" panose="05000000000000000000" pitchFamily="2" charset="2"/>
              <a:buChar char="q"/>
            </a:pP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 algn="just">
              <a:buFont typeface="Wingdings" panose="05000000000000000000" pitchFamily="2" charset="2"/>
              <a:buChar char="q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SDLC process aims to produce high-quality software that meets customer expectations.</a:t>
            </a:r>
          </a:p>
          <a:p>
            <a:pPr marL="571500" indent="-571500" algn="just">
              <a:buFont typeface="Wingdings" panose="05000000000000000000" pitchFamily="2" charset="2"/>
              <a:buChar char="q"/>
            </a:pP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54DEB20E-F656-3819-91B0-0ED34A680F5B}"/>
              </a:ext>
            </a:extLst>
          </p:cNvPr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90C9C8ED-6D41-4C4E-A889-8C5D6572F09F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085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553A830-5EDB-9BEC-BEB6-3DB781DE32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2400" y="151235"/>
            <a:ext cx="9071640" cy="1262160"/>
          </a:xfrm>
        </p:spPr>
        <p:txBody>
          <a:bodyPr/>
          <a:lstStyle/>
          <a:p>
            <a:r>
              <a:rPr lang="en-US" b="1" dirty="0"/>
              <a:t>What is SDLC?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060A75A-C845-EAD6-54B3-506293B3AA24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302400" y="1821763"/>
            <a:ext cx="8870040" cy="4911546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sz="3200" dirty="0">
                <a:solidFill>
                  <a:srgbClr val="13131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The system development should be complete within the pre-defined time frame and cost. </a:t>
            </a:r>
          </a:p>
          <a:p>
            <a:pPr marL="0" indent="0" algn="just">
              <a:buNone/>
            </a:pPr>
            <a:endParaRPr lang="en-US" sz="3200" dirty="0">
              <a:solidFill>
                <a:srgbClr val="13131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3200" dirty="0">
                <a:solidFill>
                  <a:srgbClr val="13131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SDLC consists of a detailed plan which explains how to plan, build, and maintain specific software.</a:t>
            </a:r>
          </a:p>
          <a:p>
            <a:pPr marL="0" indent="0" algn="just">
              <a:buNone/>
            </a:pPr>
            <a:endParaRPr lang="en-US" sz="3200" dirty="0">
              <a:solidFill>
                <a:srgbClr val="131313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3200" dirty="0">
                <a:solidFill>
                  <a:srgbClr val="13131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Every phase of the SDLC life cycle has its own process and deliverables that feed into the next phase.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F1985D63-6AA1-7D4D-C574-5C61FA2C9188}"/>
              </a:ext>
            </a:extLst>
          </p:cNvPr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90C9C8ED-6D41-4C4E-A889-8C5D6572F09F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14869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19BA5DF-6013-34BE-9112-C931A9822F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2400" y="160595"/>
            <a:ext cx="9071640" cy="1262160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SDLC?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065F954-1227-1B04-191F-A6BBB49A756E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302400" y="1645117"/>
            <a:ext cx="8870040" cy="4579037"/>
          </a:xfrm>
        </p:spPr>
        <p:txBody>
          <a:bodyPr>
            <a:noAutofit/>
          </a:bodyPr>
          <a:lstStyle/>
          <a:p>
            <a:pPr marL="457200" indent="-457200" algn="just">
              <a:buFont typeface="Wingdings" panose="05000000000000000000" pitchFamily="2" charset="2"/>
              <a:buChar char="q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provides basis for project planning, scheduling and estimating.</a:t>
            </a:r>
          </a:p>
          <a:p>
            <a:pPr marL="457200" indent="-457200" algn="just">
              <a:buFont typeface="Wingdings" panose="05000000000000000000" pitchFamily="2" charset="2"/>
              <a:buChar char="q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a framework for a standard set of activities and deliverables.</a:t>
            </a:r>
          </a:p>
          <a:p>
            <a:pPr marL="457200" indent="-457200" algn="just">
              <a:buFont typeface="Wingdings" panose="05000000000000000000" pitchFamily="2" charset="2"/>
              <a:buChar char="q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a mechanism for project tracking and control.</a:t>
            </a:r>
          </a:p>
          <a:p>
            <a:pPr marL="457200" indent="-457200" algn="just">
              <a:buFont typeface="Wingdings" panose="05000000000000000000" pitchFamily="2" charset="2"/>
              <a:buChar char="q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Increases visibility of project planning to all involved stakeholders of the development process.</a:t>
            </a:r>
          </a:p>
          <a:p>
            <a:pPr marL="457200" indent="-457200" algn="just">
              <a:buFont typeface="Wingdings" panose="05000000000000000000" pitchFamily="2" charset="2"/>
              <a:buChar char="q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Increased and enhance development speed.</a:t>
            </a:r>
          </a:p>
          <a:p>
            <a:pPr marL="457200" indent="-457200" algn="just">
              <a:buFont typeface="Wingdings" panose="05000000000000000000" pitchFamily="2" charset="2"/>
              <a:buChar char="q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client relations.</a:t>
            </a:r>
          </a:p>
          <a:p>
            <a:pPr marL="457200" indent="-457200" algn="just">
              <a:buFont typeface="Wingdings" panose="05000000000000000000" pitchFamily="2" charset="2"/>
              <a:buChar char="q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to decrease project risk and project management plan overhead.</a:t>
            </a:r>
          </a:p>
          <a:p>
            <a:pPr marL="457200" indent="-457200" algn="just">
              <a:buFont typeface="Wingdings" panose="05000000000000000000" pitchFamily="2" charset="2"/>
              <a:buChar char="q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E9A06F8F-1566-1932-3E75-81D75DA9CE65}"/>
              </a:ext>
            </a:extLst>
          </p:cNvPr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90C9C8ED-6D41-4C4E-A889-8C5D6572F09F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87633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129</TotalTime>
  <Words>534</Words>
  <Application>Microsoft Office PowerPoint</Application>
  <PresentationFormat>Custom</PresentationFormat>
  <Paragraphs>91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16</vt:i4>
      </vt:variant>
    </vt:vector>
  </HeadingPairs>
  <TitlesOfParts>
    <vt:vector size="25" baseType="lpstr">
      <vt:lpstr>Aptos</vt:lpstr>
      <vt:lpstr>Arial</vt:lpstr>
      <vt:lpstr>DejaVu Sans</vt:lpstr>
      <vt:lpstr>Symbol</vt:lpstr>
      <vt:lpstr>Times New Roman</vt:lpstr>
      <vt:lpstr>Wingdings</vt:lpstr>
      <vt:lpstr>Office Theme</vt:lpstr>
      <vt:lpstr>Office Theme</vt:lpstr>
      <vt:lpstr>Office Theme</vt:lpstr>
      <vt:lpstr>CSE-327 (Software Engineering) Faculty: AKM Iqtidar Newaz (IqN) Lecture - 1</vt:lpstr>
      <vt:lpstr>What is a Software?</vt:lpstr>
      <vt:lpstr>What is a Software?</vt:lpstr>
      <vt:lpstr>What can be there in Software?</vt:lpstr>
      <vt:lpstr>What is a Software Engineering?</vt:lpstr>
      <vt:lpstr>What is a Software Engineering?</vt:lpstr>
      <vt:lpstr>Difference between Software Engineering and Computer Science?</vt:lpstr>
      <vt:lpstr>Difference between Software Engineering and Computer Science?</vt:lpstr>
      <vt:lpstr>Essential Attributes of Good Software</vt:lpstr>
      <vt:lpstr>What is a Software Process?</vt:lpstr>
      <vt:lpstr>What are the key challenges in Software Engineering?</vt:lpstr>
      <vt:lpstr>What are the key challenges in Software Engineering?</vt:lpstr>
      <vt:lpstr>What is SDLC?</vt:lpstr>
      <vt:lpstr>What is SDLC?</vt:lpstr>
      <vt:lpstr>What is SDLC?</vt:lpstr>
      <vt:lpstr>Why SDLC?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Vintage</dc:title>
  <dc:subject/>
  <dc:creator/>
  <dc:description>Those creative commons textures have been used:
http://www.flickr.com/photos/kellyloveswhales/3505365913/ by 'Kelly Loves Whales'
http://www.flickr.com/photos/digitalyardsale/4806075532/in/photostream/ by Nick Merritt
License: https://creativecommons.org/licenses/by-sa/3.0/</dc:description>
  <cp:lastModifiedBy>A K M Iqtidar Newaz</cp:lastModifiedBy>
  <cp:revision>36</cp:revision>
  <dcterms:created xsi:type="dcterms:W3CDTF">2024-07-10T09:41:39Z</dcterms:created>
  <dcterms:modified xsi:type="dcterms:W3CDTF">2025-01-18T03:39:19Z</dcterms:modified>
  <dc:language>en-US</dc:language>
</cp:coreProperties>
</file>